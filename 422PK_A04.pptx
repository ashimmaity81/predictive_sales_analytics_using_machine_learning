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73" r:id="rId9"/>
    <p:sldId id="271" r:id="rId10"/>
    <p:sldId id="262" r:id="rId11"/>
    <p:sldId id="263" r:id="rId12"/>
    <p:sldId id="264" r:id="rId13"/>
    <p:sldId id="265" r:id="rId14"/>
    <p:sldId id="266" r:id="rId15"/>
    <p:sldId id="267" r:id="rId16"/>
    <p:sldId id="272" r:id="rId17"/>
    <p:sldId id="276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7E7458-83AC-44CA-A3DB-E69CD82BB346}" v="42" dt="2026-03-17T08:00:13.285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2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19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M MAITY" userId="6898665b5e846288" providerId="LiveId" clId="{FCCC5C38-0455-4B98-B0D4-A96BB983C068}"/>
    <pc:docChg chg="undo custSel addSld delSld modSld sldOrd">
      <pc:chgData name="ASHIM MAITY" userId="6898665b5e846288" providerId="LiveId" clId="{FCCC5C38-0455-4B98-B0D4-A96BB983C068}" dt="2026-03-31T02:14:19.741" v="1010" actId="1076"/>
      <pc:docMkLst>
        <pc:docMk/>
      </pc:docMkLst>
      <pc:sldChg chg="addSp delSp modSp mod">
        <pc:chgData name="ASHIM MAITY" userId="6898665b5e846288" providerId="LiveId" clId="{FCCC5C38-0455-4B98-B0D4-A96BB983C068}" dt="2026-03-31T02:14:19.741" v="1010" actId="1076"/>
        <pc:sldMkLst>
          <pc:docMk/>
          <pc:sldMk cId="0" sldId="267"/>
        </pc:sldMkLst>
        <pc:spChg chg="mod">
          <ac:chgData name="ASHIM MAITY" userId="6898665b5e846288" providerId="LiveId" clId="{FCCC5C38-0455-4B98-B0D4-A96BB983C068}" dt="2026-03-12T22:03:10.679" v="834" actId="14100"/>
          <ac:spMkLst>
            <pc:docMk/>
            <pc:sldMk cId="0" sldId="267"/>
            <ac:spMk id="3" creationId="{00000000-0000-0000-0000-000000000000}"/>
          </ac:spMkLst>
        </pc:spChg>
        <pc:picChg chg="add del mod">
          <ac:chgData name="ASHIM MAITY" userId="6898665b5e846288" providerId="LiveId" clId="{FCCC5C38-0455-4B98-B0D4-A96BB983C068}" dt="2026-03-31T02:13:37.296" v="1008" actId="478"/>
          <ac:picMkLst>
            <pc:docMk/>
            <pc:sldMk cId="0" sldId="267"/>
            <ac:picMk id="5" creationId="{9415638E-4013-7AC6-BCEC-5BB15BD92BFC}"/>
          </ac:picMkLst>
        </pc:picChg>
        <pc:picChg chg="add mod">
          <ac:chgData name="ASHIM MAITY" userId="6898665b5e846288" providerId="LiveId" clId="{FCCC5C38-0455-4B98-B0D4-A96BB983C068}" dt="2026-03-31T02:14:19.741" v="1010" actId="1076"/>
          <ac:picMkLst>
            <pc:docMk/>
            <pc:sldMk cId="0" sldId="267"/>
            <ac:picMk id="6" creationId="{959D0317-5E83-BACD-E801-EEF904FC3475}"/>
          </ac:picMkLst>
        </pc:picChg>
      </pc:sldChg>
      <pc:sldChg chg="modSp mod">
        <pc:chgData name="ASHIM MAITY" userId="6898665b5e846288" providerId="LiveId" clId="{FCCC5C38-0455-4B98-B0D4-A96BB983C068}" dt="2026-03-12T21:54:40.120" v="647" actId="20577"/>
        <pc:sldMkLst>
          <pc:docMk/>
          <pc:sldMk cId="483494487" sldId="271"/>
        </pc:sldMkLst>
        <pc:graphicFrameChg chg="modGraphic">
          <ac:chgData name="ASHIM MAITY" userId="6898665b5e846288" providerId="LiveId" clId="{FCCC5C38-0455-4B98-B0D4-A96BB983C068}" dt="2026-03-12T21:54:40.120" v="647" actId="20577"/>
          <ac:graphicFrameMkLst>
            <pc:docMk/>
            <pc:sldMk cId="483494487" sldId="271"/>
            <ac:graphicFrameMk id="21" creationId="{E998E70C-E986-9F58-2CDA-3F1BEF8FA032}"/>
          </ac:graphicFrameMkLst>
        </pc:graphicFrameChg>
      </pc:sldChg>
      <pc:sldChg chg="modSp mod">
        <pc:chgData name="ASHIM MAITY" userId="6898665b5e846288" providerId="LiveId" clId="{FCCC5C38-0455-4B98-B0D4-A96BB983C068}" dt="2026-03-12T22:02:32.319" v="829" actId="12"/>
        <pc:sldMkLst>
          <pc:docMk/>
          <pc:sldMk cId="2388360662" sldId="272"/>
        </pc:sldMkLst>
        <pc:spChg chg="mod">
          <ac:chgData name="ASHIM MAITY" userId="6898665b5e846288" providerId="LiveId" clId="{FCCC5C38-0455-4B98-B0D4-A96BB983C068}" dt="2026-03-12T20:41:24.910" v="636" actId="1076"/>
          <ac:spMkLst>
            <pc:docMk/>
            <pc:sldMk cId="2388360662" sldId="272"/>
            <ac:spMk id="3" creationId="{13BF88C6-456E-4ECD-90D5-B1BE1DA51E44}"/>
          </ac:spMkLst>
        </pc:spChg>
        <pc:spChg chg="mod">
          <ac:chgData name="ASHIM MAITY" userId="6898665b5e846288" providerId="LiveId" clId="{FCCC5C38-0455-4B98-B0D4-A96BB983C068}" dt="2026-03-12T22:02:32.319" v="829" actId="12"/>
          <ac:spMkLst>
            <pc:docMk/>
            <pc:sldMk cId="2388360662" sldId="272"/>
            <ac:spMk id="7" creationId="{BD73FC6D-70A7-5A13-C551-D833E6CDFF4F}"/>
          </ac:spMkLst>
        </pc:spChg>
      </pc:sldChg>
      <pc:sldChg chg="addSp delSp modSp mod setBg">
        <pc:chgData name="ASHIM MAITY" userId="6898665b5e846288" providerId="LiveId" clId="{FCCC5C38-0455-4B98-B0D4-A96BB983C068}" dt="2026-03-17T07:47:35.931" v="1007" actId="403"/>
        <pc:sldMkLst>
          <pc:docMk/>
          <pc:sldMk cId="1614632306" sldId="273"/>
        </pc:sldMkLst>
        <pc:spChg chg="mod">
          <ac:chgData name="ASHIM MAITY" userId="6898665b5e846288" providerId="LiveId" clId="{FCCC5C38-0455-4B98-B0D4-A96BB983C068}" dt="2026-03-12T20:39:50.325" v="628" actId="1076"/>
          <ac:spMkLst>
            <pc:docMk/>
            <pc:sldMk cId="1614632306" sldId="273"/>
            <ac:spMk id="2" creationId="{3F65088B-D83E-F534-0B50-38C9945934AA}"/>
          </ac:spMkLst>
        </pc:spChg>
        <pc:graphicFrameChg chg="add mod modGraphic">
          <ac:chgData name="ASHIM MAITY" userId="6898665b5e846288" providerId="LiveId" clId="{FCCC5C38-0455-4B98-B0D4-A96BB983C068}" dt="2026-03-17T07:47:35.931" v="1007" actId="403"/>
          <ac:graphicFrameMkLst>
            <pc:docMk/>
            <pc:sldMk cId="1614632306" sldId="273"/>
            <ac:graphicFrameMk id="6" creationId="{5B0EDF69-B808-C780-76B8-E1A1B0B08305}"/>
          </ac:graphicFrameMkLst>
        </pc:graphicFrameChg>
      </pc:sldChg>
      <pc:sldChg chg="modSp add mod ord">
        <pc:chgData name="ASHIM MAITY" userId="6898665b5e846288" providerId="LiveId" clId="{FCCC5C38-0455-4B98-B0D4-A96BB983C068}" dt="2026-03-17T07:47:08.789" v="1002"/>
        <pc:sldMkLst>
          <pc:docMk/>
          <pc:sldMk cId="3613750648" sldId="277"/>
        </pc:sldMkLst>
        <pc:graphicFrameChg chg="mod modGraphic">
          <ac:chgData name="ASHIM MAITY" userId="6898665b5e846288" providerId="LiveId" clId="{FCCC5C38-0455-4B98-B0D4-A96BB983C068}" dt="2026-03-17T07:47:00.277" v="1000" actId="403"/>
          <ac:graphicFrameMkLst>
            <pc:docMk/>
            <pc:sldMk cId="3613750648" sldId="277"/>
            <ac:graphicFrameMk id="6" creationId="{75BA8234-9370-86D6-A576-8117C237485C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CBFBE7-66A7-4B36-8818-EF4F6DD7F9D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365B7E-A085-4E0F-91D2-99E382674FA0}">
      <dgm:prSet/>
      <dgm:spPr/>
      <dgm:t>
        <a:bodyPr/>
        <a:lstStyle/>
        <a:p>
          <a:r>
            <a:rPr lang="en-US"/>
            <a:t>• How ML transforms traditional sales forecasting</a:t>
          </a:r>
        </a:p>
      </dgm:t>
    </dgm:pt>
    <dgm:pt modelId="{1561C343-7175-4B4B-8A75-47B000B63DD8}" type="parTrans" cxnId="{F4BF4E85-C826-4C49-ABFF-395343DD98F5}">
      <dgm:prSet/>
      <dgm:spPr/>
      <dgm:t>
        <a:bodyPr/>
        <a:lstStyle/>
        <a:p>
          <a:endParaRPr lang="en-US"/>
        </a:p>
      </dgm:t>
    </dgm:pt>
    <dgm:pt modelId="{D7F93BE2-E3F3-4610-BF40-DF348305FA53}" type="sibTrans" cxnId="{F4BF4E85-C826-4C49-ABFF-395343DD98F5}">
      <dgm:prSet/>
      <dgm:spPr/>
      <dgm:t>
        <a:bodyPr/>
        <a:lstStyle/>
        <a:p>
          <a:endParaRPr lang="en-US"/>
        </a:p>
      </dgm:t>
    </dgm:pt>
    <dgm:pt modelId="{54217A67-1ACD-4AA1-829A-2840192B846F}">
      <dgm:prSet/>
      <dgm:spPr/>
      <dgm:t>
        <a:bodyPr/>
        <a:lstStyle/>
        <a:p>
          <a:r>
            <a:rPr lang="en-US"/>
            <a:t>• Identifies complex, non-linear patterns</a:t>
          </a:r>
        </a:p>
      </dgm:t>
    </dgm:pt>
    <dgm:pt modelId="{648EA9AE-06D1-4422-91DE-BB66F9F8B394}" type="parTrans" cxnId="{21068A70-73CC-44D5-8CE5-9335FBED5DEA}">
      <dgm:prSet/>
      <dgm:spPr/>
      <dgm:t>
        <a:bodyPr/>
        <a:lstStyle/>
        <a:p>
          <a:endParaRPr lang="en-US"/>
        </a:p>
      </dgm:t>
    </dgm:pt>
    <dgm:pt modelId="{6603BE1E-2182-4293-885B-347B9C491D6F}" type="sibTrans" cxnId="{21068A70-73CC-44D5-8CE5-9335FBED5DEA}">
      <dgm:prSet/>
      <dgm:spPr/>
      <dgm:t>
        <a:bodyPr/>
        <a:lstStyle/>
        <a:p>
          <a:endParaRPr lang="en-US"/>
        </a:p>
      </dgm:t>
    </dgm:pt>
    <dgm:pt modelId="{6CA12332-7AE3-471D-AB2F-26E8EB97A68E}">
      <dgm:prSet/>
      <dgm:spPr/>
      <dgm:t>
        <a:bodyPr/>
        <a:lstStyle/>
        <a:p>
          <a:r>
            <a:rPr lang="en-US"/>
            <a:t>• Enables informed business strategies</a:t>
          </a:r>
        </a:p>
      </dgm:t>
    </dgm:pt>
    <dgm:pt modelId="{1B409979-2E66-4FAC-AD87-1ED453B96CBE}" type="parTrans" cxnId="{438F0F32-BB84-48A2-B03A-F8D0A7F3F576}">
      <dgm:prSet/>
      <dgm:spPr/>
      <dgm:t>
        <a:bodyPr/>
        <a:lstStyle/>
        <a:p>
          <a:endParaRPr lang="en-US"/>
        </a:p>
      </dgm:t>
    </dgm:pt>
    <dgm:pt modelId="{79BE543E-E3C1-4496-8947-F8101B89E2D3}" type="sibTrans" cxnId="{438F0F32-BB84-48A2-B03A-F8D0A7F3F576}">
      <dgm:prSet/>
      <dgm:spPr/>
      <dgm:t>
        <a:bodyPr/>
        <a:lstStyle/>
        <a:p>
          <a:endParaRPr lang="en-US"/>
        </a:p>
      </dgm:t>
    </dgm:pt>
    <dgm:pt modelId="{962007D0-8C63-4D8C-A3DC-44E31CDDF4DF}" type="pres">
      <dgm:prSet presAssocID="{09CBFBE7-66A7-4B36-8818-EF4F6DD7F9D9}" presName="linear" presStyleCnt="0">
        <dgm:presLayoutVars>
          <dgm:animLvl val="lvl"/>
          <dgm:resizeHandles val="exact"/>
        </dgm:presLayoutVars>
      </dgm:prSet>
      <dgm:spPr/>
    </dgm:pt>
    <dgm:pt modelId="{01B21361-E797-4300-AD3A-4E35D4E1943C}" type="pres">
      <dgm:prSet presAssocID="{53365B7E-A085-4E0F-91D2-99E382674F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4758E7-9465-497A-8772-D17BCC431029}" type="pres">
      <dgm:prSet presAssocID="{D7F93BE2-E3F3-4610-BF40-DF348305FA53}" presName="spacer" presStyleCnt="0"/>
      <dgm:spPr/>
    </dgm:pt>
    <dgm:pt modelId="{DD551647-909B-4F9F-901B-61BAA4F2F84D}" type="pres">
      <dgm:prSet presAssocID="{54217A67-1ACD-4AA1-829A-2840192B846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99B3D6-D7E2-41C5-A9A5-A8A72653274F}" type="pres">
      <dgm:prSet presAssocID="{6603BE1E-2182-4293-885B-347B9C491D6F}" presName="spacer" presStyleCnt="0"/>
      <dgm:spPr/>
    </dgm:pt>
    <dgm:pt modelId="{5EF4C133-3A6A-4F99-976E-C2F2331F924D}" type="pres">
      <dgm:prSet presAssocID="{6CA12332-7AE3-471D-AB2F-26E8EB97A68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496BC10-5679-4664-AA79-A24868A73CFE}" type="presOf" srcId="{54217A67-1ACD-4AA1-829A-2840192B846F}" destId="{DD551647-909B-4F9F-901B-61BAA4F2F84D}" srcOrd="0" destOrd="0" presId="urn:microsoft.com/office/officeart/2005/8/layout/vList2"/>
    <dgm:cxn modelId="{438F0F32-BB84-48A2-B03A-F8D0A7F3F576}" srcId="{09CBFBE7-66A7-4B36-8818-EF4F6DD7F9D9}" destId="{6CA12332-7AE3-471D-AB2F-26E8EB97A68E}" srcOrd="2" destOrd="0" parTransId="{1B409979-2E66-4FAC-AD87-1ED453B96CBE}" sibTransId="{79BE543E-E3C1-4496-8947-F8101B89E2D3}"/>
    <dgm:cxn modelId="{EB8BEE37-4922-4C48-9249-060FB0EDE9B4}" type="presOf" srcId="{53365B7E-A085-4E0F-91D2-99E382674FA0}" destId="{01B21361-E797-4300-AD3A-4E35D4E1943C}" srcOrd="0" destOrd="0" presId="urn:microsoft.com/office/officeart/2005/8/layout/vList2"/>
    <dgm:cxn modelId="{537BEF40-8B82-4D87-9489-BFDC7361592C}" type="presOf" srcId="{6CA12332-7AE3-471D-AB2F-26E8EB97A68E}" destId="{5EF4C133-3A6A-4F99-976E-C2F2331F924D}" srcOrd="0" destOrd="0" presId="urn:microsoft.com/office/officeart/2005/8/layout/vList2"/>
    <dgm:cxn modelId="{21068A70-73CC-44D5-8CE5-9335FBED5DEA}" srcId="{09CBFBE7-66A7-4B36-8818-EF4F6DD7F9D9}" destId="{54217A67-1ACD-4AA1-829A-2840192B846F}" srcOrd="1" destOrd="0" parTransId="{648EA9AE-06D1-4422-91DE-BB66F9F8B394}" sibTransId="{6603BE1E-2182-4293-885B-347B9C491D6F}"/>
    <dgm:cxn modelId="{F4BF4E85-C826-4C49-ABFF-395343DD98F5}" srcId="{09CBFBE7-66A7-4B36-8818-EF4F6DD7F9D9}" destId="{53365B7E-A085-4E0F-91D2-99E382674FA0}" srcOrd="0" destOrd="0" parTransId="{1561C343-7175-4B4B-8A75-47B000B63DD8}" sibTransId="{D7F93BE2-E3F3-4610-BF40-DF348305FA53}"/>
    <dgm:cxn modelId="{128935BE-75BE-41CC-A26E-D620089FABB5}" type="presOf" srcId="{09CBFBE7-66A7-4B36-8818-EF4F6DD7F9D9}" destId="{962007D0-8C63-4D8C-A3DC-44E31CDDF4DF}" srcOrd="0" destOrd="0" presId="urn:microsoft.com/office/officeart/2005/8/layout/vList2"/>
    <dgm:cxn modelId="{9ED5F0B5-67CA-4F5A-8672-AA48B60D8DD9}" type="presParOf" srcId="{962007D0-8C63-4D8C-A3DC-44E31CDDF4DF}" destId="{01B21361-E797-4300-AD3A-4E35D4E1943C}" srcOrd="0" destOrd="0" presId="urn:microsoft.com/office/officeart/2005/8/layout/vList2"/>
    <dgm:cxn modelId="{3995576E-AFCB-4CB1-B63D-E6EFEA3327F5}" type="presParOf" srcId="{962007D0-8C63-4D8C-A3DC-44E31CDDF4DF}" destId="{A94758E7-9465-497A-8772-D17BCC431029}" srcOrd="1" destOrd="0" presId="urn:microsoft.com/office/officeart/2005/8/layout/vList2"/>
    <dgm:cxn modelId="{3B40CB25-D9C0-4EAB-AAF8-482CC77C35E8}" type="presParOf" srcId="{962007D0-8C63-4D8C-A3DC-44E31CDDF4DF}" destId="{DD551647-909B-4F9F-901B-61BAA4F2F84D}" srcOrd="2" destOrd="0" presId="urn:microsoft.com/office/officeart/2005/8/layout/vList2"/>
    <dgm:cxn modelId="{9D8E7A0C-5195-472B-9BE3-6EED0D104038}" type="presParOf" srcId="{962007D0-8C63-4D8C-A3DC-44E31CDDF4DF}" destId="{8899B3D6-D7E2-41C5-A9A5-A8A72653274F}" srcOrd="3" destOrd="0" presId="urn:microsoft.com/office/officeart/2005/8/layout/vList2"/>
    <dgm:cxn modelId="{D35617C8-0910-4BF5-9332-4A5F023511F1}" type="presParOf" srcId="{962007D0-8C63-4D8C-A3DC-44E31CDDF4DF}" destId="{5EF4C133-3A6A-4F99-976E-C2F2331F92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2D2477-3034-42F8-94C3-7AA42124F7B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F39DF-D951-4181-8E46-64ACCF1513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Traditional methods miss complex patterns</a:t>
          </a:r>
        </a:p>
      </dgm:t>
    </dgm:pt>
    <dgm:pt modelId="{7ED27DC8-2E13-47F1-9929-9F975FC2A26E}" type="parTrans" cxnId="{6EBF91FC-8235-4E12-AE68-74C5A4D9D9A1}">
      <dgm:prSet/>
      <dgm:spPr/>
      <dgm:t>
        <a:bodyPr/>
        <a:lstStyle/>
        <a:p>
          <a:endParaRPr lang="en-US"/>
        </a:p>
      </dgm:t>
    </dgm:pt>
    <dgm:pt modelId="{B1567408-47D2-47CA-A756-76F9D24E0FF0}" type="sibTrans" cxnId="{6EBF91FC-8235-4E12-AE68-74C5A4D9D9A1}">
      <dgm:prSet/>
      <dgm:spPr/>
      <dgm:t>
        <a:bodyPr/>
        <a:lstStyle/>
        <a:p>
          <a:endParaRPr lang="en-US"/>
        </a:p>
      </dgm:t>
    </dgm:pt>
    <dgm:pt modelId="{A85BCEB5-EF8E-464A-BA75-DE55940014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Leads to inaccurate forecasts</a:t>
          </a:r>
        </a:p>
      </dgm:t>
    </dgm:pt>
    <dgm:pt modelId="{D0217F3D-742D-46D1-B616-B5BDD0A04F2D}" type="parTrans" cxnId="{43DE0D58-F4C2-4592-A121-B83123B24BBD}">
      <dgm:prSet/>
      <dgm:spPr/>
      <dgm:t>
        <a:bodyPr/>
        <a:lstStyle/>
        <a:p>
          <a:endParaRPr lang="en-US"/>
        </a:p>
      </dgm:t>
    </dgm:pt>
    <dgm:pt modelId="{B857E285-ED00-4C9E-B8B1-C5EC669D482E}" type="sibTrans" cxnId="{43DE0D58-F4C2-4592-A121-B83123B24BBD}">
      <dgm:prSet/>
      <dgm:spPr/>
      <dgm:t>
        <a:bodyPr/>
        <a:lstStyle/>
        <a:p>
          <a:endParaRPr lang="en-US"/>
        </a:p>
      </dgm:t>
    </dgm:pt>
    <dgm:pt modelId="{F9B7CDDB-E65C-44A6-9AAA-5288907740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Results in poor planning &amp; higher risk</a:t>
          </a:r>
        </a:p>
      </dgm:t>
    </dgm:pt>
    <dgm:pt modelId="{58BAFAA4-0BD2-4025-A379-4474599DB52E}" type="parTrans" cxnId="{A9B96E58-6A71-48B9-9851-16EB7F3B0057}">
      <dgm:prSet/>
      <dgm:spPr/>
      <dgm:t>
        <a:bodyPr/>
        <a:lstStyle/>
        <a:p>
          <a:endParaRPr lang="en-US"/>
        </a:p>
      </dgm:t>
    </dgm:pt>
    <dgm:pt modelId="{79F0A4C8-9262-4C03-9769-B1705DFC239F}" type="sibTrans" cxnId="{A9B96E58-6A71-48B9-9851-16EB7F3B0057}">
      <dgm:prSet/>
      <dgm:spPr/>
      <dgm:t>
        <a:bodyPr/>
        <a:lstStyle/>
        <a:p>
          <a:endParaRPr lang="en-US"/>
        </a:p>
      </dgm:t>
    </dgm:pt>
    <dgm:pt modelId="{03E6E035-DF59-4866-B2D8-7373A0ACC8C2}" type="pres">
      <dgm:prSet presAssocID="{ED2D2477-3034-42F8-94C3-7AA42124F7BA}" presName="root" presStyleCnt="0">
        <dgm:presLayoutVars>
          <dgm:dir/>
          <dgm:resizeHandles val="exact"/>
        </dgm:presLayoutVars>
      </dgm:prSet>
      <dgm:spPr/>
    </dgm:pt>
    <dgm:pt modelId="{766E4A2C-2B9B-41AB-82F3-ACC5A79FA461}" type="pres">
      <dgm:prSet presAssocID="{5C4F39DF-D951-4181-8E46-64ACCF1513ED}" presName="compNode" presStyleCnt="0"/>
      <dgm:spPr/>
    </dgm:pt>
    <dgm:pt modelId="{7DC4BC1A-1F29-4C4F-8141-76CAF45D97C6}" type="pres">
      <dgm:prSet presAssocID="{5C4F39DF-D951-4181-8E46-64ACCF1513ED}" presName="bgRect" presStyleLbl="bgShp" presStyleIdx="0" presStyleCnt="3"/>
      <dgm:spPr/>
    </dgm:pt>
    <dgm:pt modelId="{B95680C1-FF41-4499-88BB-47EC224D8D79}" type="pres">
      <dgm:prSet presAssocID="{5C4F39DF-D951-4181-8E46-64ACCF1513E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C268046-C56D-48D2-B641-BFA9670A20EE}" type="pres">
      <dgm:prSet presAssocID="{5C4F39DF-D951-4181-8E46-64ACCF1513ED}" presName="spaceRect" presStyleCnt="0"/>
      <dgm:spPr/>
    </dgm:pt>
    <dgm:pt modelId="{68B48817-BD3E-4420-9E4E-1426BBB8AF8D}" type="pres">
      <dgm:prSet presAssocID="{5C4F39DF-D951-4181-8E46-64ACCF1513ED}" presName="parTx" presStyleLbl="revTx" presStyleIdx="0" presStyleCnt="3">
        <dgm:presLayoutVars>
          <dgm:chMax val="0"/>
          <dgm:chPref val="0"/>
        </dgm:presLayoutVars>
      </dgm:prSet>
      <dgm:spPr/>
    </dgm:pt>
    <dgm:pt modelId="{4EE76056-6440-4D0A-88D8-4CDB352112C5}" type="pres">
      <dgm:prSet presAssocID="{B1567408-47D2-47CA-A756-76F9D24E0FF0}" presName="sibTrans" presStyleCnt="0"/>
      <dgm:spPr/>
    </dgm:pt>
    <dgm:pt modelId="{F5E4E61D-0CDB-442C-8672-0D82333F5042}" type="pres">
      <dgm:prSet presAssocID="{A85BCEB5-EF8E-464A-BA75-DE559400140D}" presName="compNode" presStyleCnt="0"/>
      <dgm:spPr/>
    </dgm:pt>
    <dgm:pt modelId="{93B95BC4-87CC-4618-BEC7-77C2EE5F18B9}" type="pres">
      <dgm:prSet presAssocID="{A85BCEB5-EF8E-464A-BA75-DE559400140D}" presName="bgRect" presStyleLbl="bgShp" presStyleIdx="1" presStyleCnt="3"/>
      <dgm:spPr/>
    </dgm:pt>
    <dgm:pt modelId="{F596102F-F971-468B-B1AC-4C419CEFBEB5}" type="pres">
      <dgm:prSet presAssocID="{A85BCEB5-EF8E-464A-BA75-DE559400140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ACA603C1-3859-404C-BA70-7A4B19966DE9}" type="pres">
      <dgm:prSet presAssocID="{A85BCEB5-EF8E-464A-BA75-DE559400140D}" presName="spaceRect" presStyleCnt="0"/>
      <dgm:spPr/>
    </dgm:pt>
    <dgm:pt modelId="{427364C5-08BE-48AB-973D-424372EF8B75}" type="pres">
      <dgm:prSet presAssocID="{A85BCEB5-EF8E-464A-BA75-DE559400140D}" presName="parTx" presStyleLbl="revTx" presStyleIdx="1" presStyleCnt="3">
        <dgm:presLayoutVars>
          <dgm:chMax val="0"/>
          <dgm:chPref val="0"/>
        </dgm:presLayoutVars>
      </dgm:prSet>
      <dgm:spPr/>
    </dgm:pt>
    <dgm:pt modelId="{40DBCFDB-6B50-4A00-AAF3-1A24521E7C89}" type="pres">
      <dgm:prSet presAssocID="{B857E285-ED00-4C9E-B8B1-C5EC669D482E}" presName="sibTrans" presStyleCnt="0"/>
      <dgm:spPr/>
    </dgm:pt>
    <dgm:pt modelId="{9C90D7C2-A3C4-47FA-9620-7CC9D4B02780}" type="pres">
      <dgm:prSet presAssocID="{F9B7CDDB-E65C-44A6-9AAA-528890774081}" presName="compNode" presStyleCnt="0"/>
      <dgm:spPr/>
    </dgm:pt>
    <dgm:pt modelId="{61CBC2F1-04B0-4CEE-B108-60390765505D}" type="pres">
      <dgm:prSet presAssocID="{F9B7CDDB-E65C-44A6-9AAA-528890774081}" presName="bgRect" presStyleLbl="bgShp" presStyleIdx="2" presStyleCnt="3"/>
      <dgm:spPr/>
    </dgm:pt>
    <dgm:pt modelId="{ED632DD9-9AF9-442F-BE11-F06F8648B227}" type="pres">
      <dgm:prSet presAssocID="{F9B7CDDB-E65C-44A6-9AAA-52889077408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606DD55-9CC9-410A-9508-0E47AFFE33DE}" type="pres">
      <dgm:prSet presAssocID="{F9B7CDDB-E65C-44A6-9AAA-528890774081}" presName="spaceRect" presStyleCnt="0"/>
      <dgm:spPr/>
    </dgm:pt>
    <dgm:pt modelId="{9FA5E3BA-1F61-4E65-A453-A0FD54C960B0}" type="pres">
      <dgm:prSet presAssocID="{F9B7CDDB-E65C-44A6-9AAA-52889077408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BA37413-573A-418B-9EED-B02FD36B392C}" type="presOf" srcId="{A85BCEB5-EF8E-464A-BA75-DE559400140D}" destId="{427364C5-08BE-48AB-973D-424372EF8B75}" srcOrd="0" destOrd="0" presId="urn:microsoft.com/office/officeart/2018/2/layout/IconVerticalSolidList"/>
    <dgm:cxn modelId="{ED75AA29-428F-4F1D-948F-6C55C6C29689}" type="presOf" srcId="{ED2D2477-3034-42F8-94C3-7AA42124F7BA}" destId="{03E6E035-DF59-4866-B2D8-7373A0ACC8C2}" srcOrd="0" destOrd="0" presId="urn:microsoft.com/office/officeart/2018/2/layout/IconVerticalSolidList"/>
    <dgm:cxn modelId="{AFF78637-4B4A-474D-BE66-6A26A5E58D1D}" type="presOf" srcId="{5C4F39DF-D951-4181-8E46-64ACCF1513ED}" destId="{68B48817-BD3E-4420-9E4E-1426BBB8AF8D}" srcOrd="0" destOrd="0" presId="urn:microsoft.com/office/officeart/2018/2/layout/IconVerticalSolidList"/>
    <dgm:cxn modelId="{59471A6F-0B0E-46D2-9FC0-909C736DCD00}" type="presOf" srcId="{F9B7CDDB-E65C-44A6-9AAA-528890774081}" destId="{9FA5E3BA-1F61-4E65-A453-A0FD54C960B0}" srcOrd="0" destOrd="0" presId="urn:microsoft.com/office/officeart/2018/2/layout/IconVerticalSolidList"/>
    <dgm:cxn modelId="{43DE0D58-F4C2-4592-A121-B83123B24BBD}" srcId="{ED2D2477-3034-42F8-94C3-7AA42124F7BA}" destId="{A85BCEB5-EF8E-464A-BA75-DE559400140D}" srcOrd="1" destOrd="0" parTransId="{D0217F3D-742D-46D1-B616-B5BDD0A04F2D}" sibTransId="{B857E285-ED00-4C9E-B8B1-C5EC669D482E}"/>
    <dgm:cxn modelId="{A9B96E58-6A71-48B9-9851-16EB7F3B0057}" srcId="{ED2D2477-3034-42F8-94C3-7AA42124F7BA}" destId="{F9B7CDDB-E65C-44A6-9AAA-528890774081}" srcOrd="2" destOrd="0" parTransId="{58BAFAA4-0BD2-4025-A379-4474599DB52E}" sibTransId="{79F0A4C8-9262-4C03-9769-B1705DFC239F}"/>
    <dgm:cxn modelId="{6EBF91FC-8235-4E12-AE68-74C5A4D9D9A1}" srcId="{ED2D2477-3034-42F8-94C3-7AA42124F7BA}" destId="{5C4F39DF-D951-4181-8E46-64ACCF1513ED}" srcOrd="0" destOrd="0" parTransId="{7ED27DC8-2E13-47F1-9929-9F975FC2A26E}" sibTransId="{B1567408-47D2-47CA-A756-76F9D24E0FF0}"/>
    <dgm:cxn modelId="{BB2761DF-4558-4093-85F6-C46F4DF0DCC9}" type="presParOf" srcId="{03E6E035-DF59-4866-B2D8-7373A0ACC8C2}" destId="{766E4A2C-2B9B-41AB-82F3-ACC5A79FA461}" srcOrd="0" destOrd="0" presId="urn:microsoft.com/office/officeart/2018/2/layout/IconVerticalSolidList"/>
    <dgm:cxn modelId="{AAF95BAF-2A8D-4D91-A419-84C30F25B36A}" type="presParOf" srcId="{766E4A2C-2B9B-41AB-82F3-ACC5A79FA461}" destId="{7DC4BC1A-1F29-4C4F-8141-76CAF45D97C6}" srcOrd="0" destOrd="0" presId="urn:microsoft.com/office/officeart/2018/2/layout/IconVerticalSolidList"/>
    <dgm:cxn modelId="{0682B64F-2686-46EE-9DE1-EB20D99B0105}" type="presParOf" srcId="{766E4A2C-2B9B-41AB-82F3-ACC5A79FA461}" destId="{B95680C1-FF41-4499-88BB-47EC224D8D79}" srcOrd="1" destOrd="0" presId="urn:microsoft.com/office/officeart/2018/2/layout/IconVerticalSolidList"/>
    <dgm:cxn modelId="{295C933C-362B-4F7E-9225-AE69AF0D8135}" type="presParOf" srcId="{766E4A2C-2B9B-41AB-82F3-ACC5A79FA461}" destId="{3C268046-C56D-48D2-B641-BFA9670A20EE}" srcOrd="2" destOrd="0" presId="urn:microsoft.com/office/officeart/2018/2/layout/IconVerticalSolidList"/>
    <dgm:cxn modelId="{2C06BBEB-0200-48D0-B0FE-8EA4B38FA673}" type="presParOf" srcId="{766E4A2C-2B9B-41AB-82F3-ACC5A79FA461}" destId="{68B48817-BD3E-4420-9E4E-1426BBB8AF8D}" srcOrd="3" destOrd="0" presId="urn:microsoft.com/office/officeart/2018/2/layout/IconVerticalSolidList"/>
    <dgm:cxn modelId="{D96E1DC0-47C7-4E6D-A290-B6BA65BD27E7}" type="presParOf" srcId="{03E6E035-DF59-4866-B2D8-7373A0ACC8C2}" destId="{4EE76056-6440-4D0A-88D8-4CDB352112C5}" srcOrd="1" destOrd="0" presId="urn:microsoft.com/office/officeart/2018/2/layout/IconVerticalSolidList"/>
    <dgm:cxn modelId="{92BADB57-B390-4929-8D7B-15C107D4C7F2}" type="presParOf" srcId="{03E6E035-DF59-4866-B2D8-7373A0ACC8C2}" destId="{F5E4E61D-0CDB-442C-8672-0D82333F5042}" srcOrd="2" destOrd="0" presId="urn:microsoft.com/office/officeart/2018/2/layout/IconVerticalSolidList"/>
    <dgm:cxn modelId="{C4D6A24B-7E5B-4409-89C2-44F9FBAF0B86}" type="presParOf" srcId="{F5E4E61D-0CDB-442C-8672-0D82333F5042}" destId="{93B95BC4-87CC-4618-BEC7-77C2EE5F18B9}" srcOrd="0" destOrd="0" presId="urn:microsoft.com/office/officeart/2018/2/layout/IconVerticalSolidList"/>
    <dgm:cxn modelId="{4B1C8ECE-84C7-4B84-A57B-55AE7E4941BE}" type="presParOf" srcId="{F5E4E61D-0CDB-442C-8672-0D82333F5042}" destId="{F596102F-F971-468B-B1AC-4C419CEFBEB5}" srcOrd="1" destOrd="0" presId="urn:microsoft.com/office/officeart/2018/2/layout/IconVerticalSolidList"/>
    <dgm:cxn modelId="{B5B40F39-6909-4954-85CB-2C41B881FC30}" type="presParOf" srcId="{F5E4E61D-0CDB-442C-8672-0D82333F5042}" destId="{ACA603C1-3859-404C-BA70-7A4B19966DE9}" srcOrd="2" destOrd="0" presId="urn:microsoft.com/office/officeart/2018/2/layout/IconVerticalSolidList"/>
    <dgm:cxn modelId="{DDC0C4CA-4720-418D-9776-71451FA5DC4F}" type="presParOf" srcId="{F5E4E61D-0CDB-442C-8672-0D82333F5042}" destId="{427364C5-08BE-48AB-973D-424372EF8B75}" srcOrd="3" destOrd="0" presId="urn:microsoft.com/office/officeart/2018/2/layout/IconVerticalSolidList"/>
    <dgm:cxn modelId="{43543059-0CD0-495F-ADBD-79741EBD7998}" type="presParOf" srcId="{03E6E035-DF59-4866-B2D8-7373A0ACC8C2}" destId="{40DBCFDB-6B50-4A00-AAF3-1A24521E7C89}" srcOrd="3" destOrd="0" presId="urn:microsoft.com/office/officeart/2018/2/layout/IconVerticalSolidList"/>
    <dgm:cxn modelId="{236F5472-1415-4462-897F-1721E7B1C217}" type="presParOf" srcId="{03E6E035-DF59-4866-B2D8-7373A0ACC8C2}" destId="{9C90D7C2-A3C4-47FA-9620-7CC9D4B02780}" srcOrd="4" destOrd="0" presId="urn:microsoft.com/office/officeart/2018/2/layout/IconVerticalSolidList"/>
    <dgm:cxn modelId="{DAAEBB26-D2BD-4D60-8615-03D1047DE085}" type="presParOf" srcId="{9C90D7C2-A3C4-47FA-9620-7CC9D4B02780}" destId="{61CBC2F1-04B0-4CEE-B108-60390765505D}" srcOrd="0" destOrd="0" presId="urn:microsoft.com/office/officeart/2018/2/layout/IconVerticalSolidList"/>
    <dgm:cxn modelId="{904BD8DA-05EC-4881-9121-0B6DF83E3859}" type="presParOf" srcId="{9C90D7C2-A3C4-47FA-9620-7CC9D4B02780}" destId="{ED632DD9-9AF9-442F-BE11-F06F8648B227}" srcOrd="1" destOrd="0" presId="urn:microsoft.com/office/officeart/2018/2/layout/IconVerticalSolidList"/>
    <dgm:cxn modelId="{BB8D48EE-6C8B-4B77-A050-12539C5159E1}" type="presParOf" srcId="{9C90D7C2-A3C4-47FA-9620-7CC9D4B02780}" destId="{E606DD55-9CC9-410A-9508-0E47AFFE33DE}" srcOrd="2" destOrd="0" presId="urn:microsoft.com/office/officeart/2018/2/layout/IconVerticalSolidList"/>
    <dgm:cxn modelId="{24F4F13E-14BE-43A5-9DD5-877547A8D348}" type="presParOf" srcId="{9C90D7C2-A3C4-47FA-9620-7CC9D4B02780}" destId="{9FA5E3BA-1F61-4E65-A453-A0FD54C960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422CB4-4389-4A8C-B29F-B0670390FE3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569A46A-A639-433B-886B-09CCA9326C18}">
      <dgm:prSet/>
      <dgm:spPr/>
      <dgm:t>
        <a:bodyPr/>
        <a:lstStyle/>
        <a:p>
          <a:pPr>
            <a:defRPr cap="all"/>
          </a:pPr>
          <a:r>
            <a:rPr lang="en-US" dirty="0"/>
            <a:t>Improve forecasting accuracy</a:t>
          </a:r>
        </a:p>
      </dgm:t>
    </dgm:pt>
    <dgm:pt modelId="{E9DEB386-454F-4192-9E81-4D09D7BBD56E}" type="parTrans" cxnId="{47457D1F-2BA9-4413-A654-7DC711476577}">
      <dgm:prSet/>
      <dgm:spPr/>
      <dgm:t>
        <a:bodyPr/>
        <a:lstStyle/>
        <a:p>
          <a:endParaRPr lang="en-US"/>
        </a:p>
      </dgm:t>
    </dgm:pt>
    <dgm:pt modelId="{5D528E2D-39B7-4CED-97D0-DC4ADFCE475A}" type="sibTrans" cxnId="{47457D1F-2BA9-4413-A654-7DC711476577}">
      <dgm:prSet/>
      <dgm:spPr/>
      <dgm:t>
        <a:bodyPr/>
        <a:lstStyle/>
        <a:p>
          <a:endParaRPr lang="en-US"/>
        </a:p>
      </dgm:t>
    </dgm:pt>
    <dgm:pt modelId="{1D6AB288-E5A5-4B3E-A73A-A60D07605E90}">
      <dgm:prSet/>
      <dgm:spPr/>
      <dgm:t>
        <a:bodyPr/>
        <a:lstStyle/>
        <a:p>
          <a:pPr>
            <a:defRPr cap="all"/>
          </a:pPr>
          <a:r>
            <a:rPr lang="en-US" dirty="0"/>
            <a:t> Enable data-driven strategies</a:t>
          </a:r>
        </a:p>
      </dgm:t>
    </dgm:pt>
    <dgm:pt modelId="{21A219B1-0304-4CA1-80DA-58A742149A6D}" type="parTrans" cxnId="{DB9E57B2-860F-456B-83B2-B30283CC4650}">
      <dgm:prSet/>
      <dgm:spPr/>
      <dgm:t>
        <a:bodyPr/>
        <a:lstStyle/>
        <a:p>
          <a:endParaRPr lang="en-US"/>
        </a:p>
      </dgm:t>
    </dgm:pt>
    <dgm:pt modelId="{7C9D93E8-D058-4BD1-BA90-429FFDB799F3}" type="sibTrans" cxnId="{DB9E57B2-860F-456B-83B2-B30283CC4650}">
      <dgm:prSet/>
      <dgm:spPr/>
      <dgm:t>
        <a:bodyPr/>
        <a:lstStyle/>
        <a:p>
          <a:endParaRPr lang="en-US"/>
        </a:p>
      </dgm:t>
    </dgm:pt>
    <dgm:pt modelId="{7D92CBA3-5637-4E5F-9208-21D4F216C210}">
      <dgm:prSet/>
      <dgm:spPr/>
      <dgm:t>
        <a:bodyPr/>
        <a:lstStyle/>
        <a:p>
          <a:pPr>
            <a:defRPr cap="all"/>
          </a:pPr>
          <a:r>
            <a:rPr lang="en-US" dirty="0"/>
            <a:t>Optimize inventory, staffing &amp; marketing</a:t>
          </a:r>
        </a:p>
      </dgm:t>
    </dgm:pt>
    <dgm:pt modelId="{933BDCEA-6460-41DB-9728-ACB654B11BDC}" type="parTrans" cxnId="{CBF660D0-B6EF-4134-93F8-7978B9A1F0F7}">
      <dgm:prSet/>
      <dgm:spPr/>
      <dgm:t>
        <a:bodyPr/>
        <a:lstStyle/>
        <a:p>
          <a:endParaRPr lang="en-US"/>
        </a:p>
      </dgm:t>
    </dgm:pt>
    <dgm:pt modelId="{BA6F348E-058B-4DD9-8216-B37697504599}" type="sibTrans" cxnId="{CBF660D0-B6EF-4134-93F8-7978B9A1F0F7}">
      <dgm:prSet/>
      <dgm:spPr/>
      <dgm:t>
        <a:bodyPr/>
        <a:lstStyle/>
        <a:p>
          <a:endParaRPr lang="en-US"/>
        </a:p>
      </dgm:t>
    </dgm:pt>
    <dgm:pt modelId="{6EEF945D-CF22-44EC-853B-75D9FA68B8E7}" type="pres">
      <dgm:prSet presAssocID="{BC422CB4-4389-4A8C-B29F-B0670390FE3A}" presName="root" presStyleCnt="0">
        <dgm:presLayoutVars>
          <dgm:dir/>
          <dgm:resizeHandles val="exact"/>
        </dgm:presLayoutVars>
      </dgm:prSet>
      <dgm:spPr/>
    </dgm:pt>
    <dgm:pt modelId="{059225CC-AA04-4348-A660-A28FAE8DC030}" type="pres">
      <dgm:prSet presAssocID="{8569A46A-A639-433B-886B-09CCA9326C18}" presName="compNode" presStyleCnt="0"/>
      <dgm:spPr/>
    </dgm:pt>
    <dgm:pt modelId="{301F4203-5676-44FF-81E7-5074C7E9A6F8}" type="pres">
      <dgm:prSet presAssocID="{8569A46A-A639-433B-886B-09CCA9326C18}" presName="iconBgRect" presStyleLbl="bgShp" presStyleIdx="0" presStyleCnt="3"/>
      <dgm:spPr/>
    </dgm:pt>
    <dgm:pt modelId="{8F3AFF7D-E644-489F-B802-155DF5270FC2}" type="pres">
      <dgm:prSet presAssocID="{8569A46A-A639-433B-886B-09CCA9326C1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E9C5E19-15F3-4570-BB50-E926D5167065}" type="pres">
      <dgm:prSet presAssocID="{8569A46A-A639-433B-886B-09CCA9326C18}" presName="spaceRect" presStyleCnt="0"/>
      <dgm:spPr/>
    </dgm:pt>
    <dgm:pt modelId="{DF326C4A-2DDF-41EE-876F-9ABCAF942B65}" type="pres">
      <dgm:prSet presAssocID="{8569A46A-A639-433B-886B-09CCA9326C18}" presName="textRect" presStyleLbl="revTx" presStyleIdx="0" presStyleCnt="3">
        <dgm:presLayoutVars>
          <dgm:chMax val="1"/>
          <dgm:chPref val="1"/>
        </dgm:presLayoutVars>
      </dgm:prSet>
      <dgm:spPr/>
    </dgm:pt>
    <dgm:pt modelId="{D7318FA9-8043-4B35-AAAB-38FC5178B942}" type="pres">
      <dgm:prSet presAssocID="{5D528E2D-39B7-4CED-97D0-DC4ADFCE475A}" presName="sibTrans" presStyleCnt="0"/>
      <dgm:spPr/>
    </dgm:pt>
    <dgm:pt modelId="{5396F8EA-05C8-4DEB-9C5F-9267A801FCF2}" type="pres">
      <dgm:prSet presAssocID="{1D6AB288-E5A5-4B3E-A73A-A60D07605E90}" presName="compNode" presStyleCnt="0"/>
      <dgm:spPr/>
    </dgm:pt>
    <dgm:pt modelId="{C61B0F56-9A41-4958-A723-68D0B492A6DD}" type="pres">
      <dgm:prSet presAssocID="{1D6AB288-E5A5-4B3E-A73A-A60D07605E90}" presName="iconBgRect" presStyleLbl="bgShp" presStyleIdx="1" presStyleCnt="3"/>
      <dgm:spPr/>
    </dgm:pt>
    <dgm:pt modelId="{E4A48FCE-C231-4EA4-B867-B9E4CB173786}" type="pres">
      <dgm:prSet presAssocID="{1D6AB288-E5A5-4B3E-A73A-A60D07605E9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04CF11D-3D82-4896-99B4-8A1288C11D22}" type="pres">
      <dgm:prSet presAssocID="{1D6AB288-E5A5-4B3E-A73A-A60D07605E90}" presName="spaceRect" presStyleCnt="0"/>
      <dgm:spPr/>
    </dgm:pt>
    <dgm:pt modelId="{3E68F820-9C0E-4E37-A116-B992C9EB594D}" type="pres">
      <dgm:prSet presAssocID="{1D6AB288-E5A5-4B3E-A73A-A60D07605E90}" presName="textRect" presStyleLbl="revTx" presStyleIdx="1" presStyleCnt="3">
        <dgm:presLayoutVars>
          <dgm:chMax val="1"/>
          <dgm:chPref val="1"/>
        </dgm:presLayoutVars>
      </dgm:prSet>
      <dgm:spPr/>
    </dgm:pt>
    <dgm:pt modelId="{858387A8-3AB7-4C9B-9D52-74510BDD11C9}" type="pres">
      <dgm:prSet presAssocID="{7C9D93E8-D058-4BD1-BA90-429FFDB799F3}" presName="sibTrans" presStyleCnt="0"/>
      <dgm:spPr/>
    </dgm:pt>
    <dgm:pt modelId="{D0C82EE8-7E53-46CD-9974-C1EBC619AEEA}" type="pres">
      <dgm:prSet presAssocID="{7D92CBA3-5637-4E5F-9208-21D4F216C210}" presName="compNode" presStyleCnt="0"/>
      <dgm:spPr/>
    </dgm:pt>
    <dgm:pt modelId="{917034D5-A744-439B-8342-B7E866EE467A}" type="pres">
      <dgm:prSet presAssocID="{7D92CBA3-5637-4E5F-9208-21D4F216C210}" presName="iconBgRect" presStyleLbl="bgShp" presStyleIdx="2" presStyleCnt="3"/>
      <dgm:spPr/>
    </dgm:pt>
    <dgm:pt modelId="{6A932D63-744A-4244-B04D-5E26011B15DF}" type="pres">
      <dgm:prSet presAssocID="{7D92CBA3-5637-4E5F-9208-21D4F216C21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4ACA588-1AA2-4AEB-A7E1-F2118C3AC097}" type="pres">
      <dgm:prSet presAssocID="{7D92CBA3-5637-4E5F-9208-21D4F216C210}" presName="spaceRect" presStyleCnt="0"/>
      <dgm:spPr/>
    </dgm:pt>
    <dgm:pt modelId="{EAE6BA74-FD3C-46C6-8650-C5D33FCBFE97}" type="pres">
      <dgm:prSet presAssocID="{7D92CBA3-5637-4E5F-9208-21D4F216C21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457D1F-2BA9-4413-A654-7DC711476577}" srcId="{BC422CB4-4389-4A8C-B29F-B0670390FE3A}" destId="{8569A46A-A639-433B-886B-09CCA9326C18}" srcOrd="0" destOrd="0" parTransId="{E9DEB386-454F-4192-9E81-4D09D7BBD56E}" sibTransId="{5D528E2D-39B7-4CED-97D0-DC4ADFCE475A}"/>
    <dgm:cxn modelId="{D8E29056-F518-419D-9A95-2DF1FB44F038}" type="presOf" srcId="{BC422CB4-4389-4A8C-B29F-B0670390FE3A}" destId="{6EEF945D-CF22-44EC-853B-75D9FA68B8E7}" srcOrd="0" destOrd="0" presId="urn:microsoft.com/office/officeart/2018/5/layout/IconCircleLabelList"/>
    <dgm:cxn modelId="{2E1F11A2-87E4-499F-B49C-59A0AC295831}" type="presOf" srcId="{8569A46A-A639-433B-886B-09CCA9326C18}" destId="{DF326C4A-2DDF-41EE-876F-9ABCAF942B65}" srcOrd="0" destOrd="0" presId="urn:microsoft.com/office/officeart/2018/5/layout/IconCircleLabelList"/>
    <dgm:cxn modelId="{DB9E57B2-860F-456B-83B2-B30283CC4650}" srcId="{BC422CB4-4389-4A8C-B29F-B0670390FE3A}" destId="{1D6AB288-E5A5-4B3E-A73A-A60D07605E90}" srcOrd="1" destOrd="0" parTransId="{21A219B1-0304-4CA1-80DA-58A742149A6D}" sibTransId="{7C9D93E8-D058-4BD1-BA90-429FFDB799F3}"/>
    <dgm:cxn modelId="{BB218FB9-349D-4500-92CA-75CCA8414003}" type="presOf" srcId="{1D6AB288-E5A5-4B3E-A73A-A60D07605E90}" destId="{3E68F820-9C0E-4E37-A116-B992C9EB594D}" srcOrd="0" destOrd="0" presId="urn:microsoft.com/office/officeart/2018/5/layout/IconCircleLabelList"/>
    <dgm:cxn modelId="{CBF660D0-B6EF-4134-93F8-7978B9A1F0F7}" srcId="{BC422CB4-4389-4A8C-B29F-B0670390FE3A}" destId="{7D92CBA3-5637-4E5F-9208-21D4F216C210}" srcOrd="2" destOrd="0" parTransId="{933BDCEA-6460-41DB-9728-ACB654B11BDC}" sibTransId="{BA6F348E-058B-4DD9-8216-B37697504599}"/>
    <dgm:cxn modelId="{55C345DF-8506-467F-A95B-E4482EBB672D}" type="presOf" srcId="{7D92CBA3-5637-4E5F-9208-21D4F216C210}" destId="{EAE6BA74-FD3C-46C6-8650-C5D33FCBFE97}" srcOrd="0" destOrd="0" presId="urn:microsoft.com/office/officeart/2018/5/layout/IconCircleLabelList"/>
    <dgm:cxn modelId="{C061ABB5-EB73-44B5-805D-8125C2278B89}" type="presParOf" srcId="{6EEF945D-CF22-44EC-853B-75D9FA68B8E7}" destId="{059225CC-AA04-4348-A660-A28FAE8DC030}" srcOrd="0" destOrd="0" presId="urn:microsoft.com/office/officeart/2018/5/layout/IconCircleLabelList"/>
    <dgm:cxn modelId="{5FA9AE6F-B9DD-4474-8441-E43F64EA12A8}" type="presParOf" srcId="{059225CC-AA04-4348-A660-A28FAE8DC030}" destId="{301F4203-5676-44FF-81E7-5074C7E9A6F8}" srcOrd="0" destOrd="0" presId="urn:microsoft.com/office/officeart/2018/5/layout/IconCircleLabelList"/>
    <dgm:cxn modelId="{36C11479-F7B2-4A80-8095-4930ADFAC409}" type="presParOf" srcId="{059225CC-AA04-4348-A660-A28FAE8DC030}" destId="{8F3AFF7D-E644-489F-B802-155DF5270FC2}" srcOrd="1" destOrd="0" presId="urn:microsoft.com/office/officeart/2018/5/layout/IconCircleLabelList"/>
    <dgm:cxn modelId="{7B40BBDB-CED6-45C3-A3A0-3D1F08CEF43E}" type="presParOf" srcId="{059225CC-AA04-4348-A660-A28FAE8DC030}" destId="{9E9C5E19-15F3-4570-BB50-E926D5167065}" srcOrd="2" destOrd="0" presId="urn:microsoft.com/office/officeart/2018/5/layout/IconCircleLabelList"/>
    <dgm:cxn modelId="{937CCBD5-CA80-4B00-9714-95875604CF3C}" type="presParOf" srcId="{059225CC-AA04-4348-A660-A28FAE8DC030}" destId="{DF326C4A-2DDF-41EE-876F-9ABCAF942B65}" srcOrd="3" destOrd="0" presId="urn:microsoft.com/office/officeart/2018/5/layout/IconCircleLabelList"/>
    <dgm:cxn modelId="{7A00DD81-D1D8-4227-9F64-CE8169AD67FD}" type="presParOf" srcId="{6EEF945D-CF22-44EC-853B-75D9FA68B8E7}" destId="{D7318FA9-8043-4B35-AAAB-38FC5178B942}" srcOrd="1" destOrd="0" presId="urn:microsoft.com/office/officeart/2018/5/layout/IconCircleLabelList"/>
    <dgm:cxn modelId="{5A9AE77E-288C-47CA-B635-844F275B3C7D}" type="presParOf" srcId="{6EEF945D-CF22-44EC-853B-75D9FA68B8E7}" destId="{5396F8EA-05C8-4DEB-9C5F-9267A801FCF2}" srcOrd="2" destOrd="0" presId="urn:microsoft.com/office/officeart/2018/5/layout/IconCircleLabelList"/>
    <dgm:cxn modelId="{4AF59B1B-DC51-428C-B13D-7141C1B718F9}" type="presParOf" srcId="{5396F8EA-05C8-4DEB-9C5F-9267A801FCF2}" destId="{C61B0F56-9A41-4958-A723-68D0B492A6DD}" srcOrd="0" destOrd="0" presId="urn:microsoft.com/office/officeart/2018/5/layout/IconCircleLabelList"/>
    <dgm:cxn modelId="{1F44ECB4-DC6C-4196-8D1D-9B2D6F1CC39B}" type="presParOf" srcId="{5396F8EA-05C8-4DEB-9C5F-9267A801FCF2}" destId="{E4A48FCE-C231-4EA4-B867-B9E4CB173786}" srcOrd="1" destOrd="0" presId="urn:microsoft.com/office/officeart/2018/5/layout/IconCircleLabelList"/>
    <dgm:cxn modelId="{01082098-BCE1-4F27-A1B3-574E1E32E3DB}" type="presParOf" srcId="{5396F8EA-05C8-4DEB-9C5F-9267A801FCF2}" destId="{304CF11D-3D82-4896-99B4-8A1288C11D22}" srcOrd="2" destOrd="0" presId="urn:microsoft.com/office/officeart/2018/5/layout/IconCircleLabelList"/>
    <dgm:cxn modelId="{183B31CE-CF7B-497A-9864-5E0E4BC3A6C3}" type="presParOf" srcId="{5396F8EA-05C8-4DEB-9C5F-9267A801FCF2}" destId="{3E68F820-9C0E-4E37-A116-B992C9EB594D}" srcOrd="3" destOrd="0" presId="urn:microsoft.com/office/officeart/2018/5/layout/IconCircleLabelList"/>
    <dgm:cxn modelId="{3AC0F97B-1842-4C3F-B1AB-48008B28BB71}" type="presParOf" srcId="{6EEF945D-CF22-44EC-853B-75D9FA68B8E7}" destId="{858387A8-3AB7-4C9B-9D52-74510BDD11C9}" srcOrd="3" destOrd="0" presId="urn:microsoft.com/office/officeart/2018/5/layout/IconCircleLabelList"/>
    <dgm:cxn modelId="{7B2A55EB-77BC-4FB3-B3EE-5201878FD988}" type="presParOf" srcId="{6EEF945D-CF22-44EC-853B-75D9FA68B8E7}" destId="{D0C82EE8-7E53-46CD-9974-C1EBC619AEEA}" srcOrd="4" destOrd="0" presId="urn:microsoft.com/office/officeart/2018/5/layout/IconCircleLabelList"/>
    <dgm:cxn modelId="{5F86E81F-8960-4276-B460-9D580683B86C}" type="presParOf" srcId="{D0C82EE8-7E53-46CD-9974-C1EBC619AEEA}" destId="{917034D5-A744-439B-8342-B7E866EE467A}" srcOrd="0" destOrd="0" presId="urn:microsoft.com/office/officeart/2018/5/layout/IconCircleLabelList"/>
    <dgm:cxn modelId="{BF24852B-13A0-4F05-9207-AE34E4F6D86F}" type="presParOf" srcId="{D0C82EE8-7E53-46CD-9974-C1EBC619AEEA}" destId="{6A932D63-744A-4244-B04D-5E26011B15DF}" srcOrd="1" destOrd="0" presId="urn:microsoft.com/office/officeart/2018/5/layout/IconCircleLabelList"/>
    <dgm:cxn modelId="{A429897E-5EFC-4C63-9530-5533897ABE31}" type="presParOf" srcId="{D0C82EE8-7E53-46CD-9974-C1EBC619AEEA}" destId="{94ACA588-1AA2-4AEB-A7E1-F2118C3AC097}" srcOrd="2" destOrd="0" presId="urn:microsoft.com/office/officeart/2018/5/layout/IconCircleLabelList"/>
    <dgm:cxn modelId="{C3C31314-A955-4E61-9B3E-D2B07F6E778D}" type="presParOf" srcId="{D0C82EE8-7E53-46CD-9974-C1EBC619AEEA}" destId="{EAE6BA74-FD3C-46C6-8650-C5D33FCBFE9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59C4E7-A7BE-4A7A-9BE3-74CE50EC7D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9D0508-C03F-472C-9469-AB6F05C6903D}">
      <dgm:prSet/>
      <dgm:spPr/>
      <dgm:t>
        <a:bodyPr/>
        <a:lstStyle/>
        <a:p>
          <a:r>
            <a:rPr lang="en-US"/>
            <a:t>• Traditional forecasting methods</a:t>
          </a:r>
        </a:p>
      </dgm:t>
    </dgm:pt>
    <dgm:pt modelId="{E1FF4B48-EB94-429A-BDB0-ACF93D4D5C4B}" type="parTrans" cxnId="{7C0F4D3E-8440-498D-BAC6-E728FA479075}">
      <dgm:prSet/>
      <dgm:spPr/>
      <dgm:t>
        <a:bodyPr/>
        <a:lstStyle/>
        <a:p>
          <a:endParaRPr lang="en-US"/>
        </a:p>
      </dgm:t>
    </dgm:pt>
    <dgm:pt modelId="{C3423B9F-2A1D-47AC-AA72-E7E36DA7EC16}" type="sibTrans" cxnId="{7C0F4D3E-8440-498D-BAC6-E728FA479075}">
      <dgm:prSet/>
      <dgm:spPr/>
      <dgm:t>
        <a:bodyPr/>
        <a:lstStyle/>
        <a:p>
          <a:endParaRPr lang="en-US"/>
        </a:p>
      </dgm:t>
    </dgm:pt>
    <dgm:pt modelId="{C548D947-05A7-4B79-AF5C-6C4390642B31}">
      <dgm:prSet/>
      <dgm:spPr/>
      <dgm:t>
        <a:bodyPr/>
        <a:lstStyle/>
        <a:p>
          <a:r>
            <a:rPr lang="en-US"/>
            <a:t>• Limited use of historical data</a:t>
          </a:r>
        </a:p>
      </dgm:t>
    </dgm:pt>
    <dgm:pt modelId="{DF07C904-0F3B-4096-8EBD-B681B8779E2A}" type="parTrans" cxnId="{05EBE30A-89A3-4742-A6C1-D7A7DA7CEDD9}">
      <dgm:prSet/>
      <dgm:spPr/>
      <dgm:t>
        <a:bodyPr/>
        <a:lstStyle/>
        <a:p>
          <a:endParaRPr lang="en-US"/>
        </a:p>
      </dgm:t>
    </dgm:pt>
    <dgm:pt modelId="{AF7A2C6C-9E1F-469C-A7A0-C44554984F73}" type="sibTrans" cxnId="{05EBE30A-89A3-4742-A6C1-D7A7DA7CEDD9}">
      <dgm:prSet/>
      <dgm:spPr/>
      <dgm:t>
        <a:bodyPr/>
        <a:lstStyle/>
        <a:p>
          <a:endParaRPr lang="en-US"/>
        </a:p>
      </dgm:t>
    </dgm:pt>
    <dgm:pt modelId="{108358AD-E9A6-48BF-9C61-2A9CAA5C9F69}">
      <dgm:prSet/>
      <dgm:spPr/>
      <dgm:t>
        <a:bodyPr/>
        <a:lstStyle/>
        <a:p>
          <a:r>
            <a:rPr lang="en-US"/>
            <a:t>• Reactive decision-making</a:t>
          </a:r>
        </a:p>
      </dgm:t>
    </dgm:pt>
    <dgm:pt modelId="{EC7A3FB0-1F8E-49B4-BC0A-0DBDC39951C5}" type="parTrans" cxnId="{B04B2A2E-A5D0-4D05-B0FE-5F242AB07A3B}">
      <dgm:prSet/>
      <dgm:spPr/>
      <dgm:t>
        <a:bodyPr/>
        <a:lstStyle/>
        <a:p>
          <a:endParaRPr lang="en-US"/>
        </a:p>
      </dgm:t>
    </dgm:pt>
    <dgm:pt modelId="{41D5A319-7B01-4ED0-819B-B5C1E81855BB}" type="sibTrans" cxnId="{B04B2A2E-A5D0-4D05-B0FE-5F242AB07A3B}">
      <dgm:prSet/>
      <dgm:spPr/>
      <dgm:t>
        <a:bodyPr/>
        <a:lstStyle/>
        <a:p>
          <a:endParaRPr lang="en-US"/>
        </a:p>
      </dgm:t>
    </dgm:pt>
    <dgm:pt modelId="{7FFB1BB9-78F8-44BD-A6BE-E1F49E6F2DB1}" type="pres">
      <dgm:prSet presAssocID="{BC59C4E7-A7BE-4A7A-9BE3-74CE50EC7DEA}" presName="root" presStyleCnt="0">
        <dgm:presLayoutVars>
          <dgm:dir/>
          <dgm:resizeHandles val="exact"/>
        </dgm:presLayoutVars>
      </dgm:prSet>
      <dgm:spPr/>
    </dgm:pt>
    <dgm:pt modelId="{CE661B3B-27A4-4056-9943-F48F230D71C3}" type="pres">
      <dgm:prSet presAssocID="{259D0508-C03F-472C-9469-AB6F05C6903D}" presName="compNode" presStyleCnt="0"/>
      <dgm:spPr/>
    </dgm:pt>
    <dgm:pt modelId="{2FC645AC-0F79-4788-8FE5-7498D5408F6D}" type="pres">
      <dgm:prSet presAssocID="{259D0508-C03F-472C-9469-AB6F05C6903D}" presName="bgRect" presStyleLbl="bgShp" presStyleIdx="0" presStyleCnt="3"/>
      <dgm:spPr/>
    </dgm:pt>
    <dgm:pt modelId="{0559B200-E369-4076-ABD6-16D116E623A0}" type="pres">
      <dgm:prSet presAssocID="{259D0508-C03F-472C-9469-AB6F05C6903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EEBC79E9-7602-43AE-A633-CD80FCFD3001}" type="pres">
      <dgm:prSet presAssocID="{259D0508-C03F-472C-9469-AB6F05C6903D}" presName="spaceRect" presStyleCnt="0"/>
      <dgm:spPr/>
    </dgm:pt>
    <dgm:pt modelId="{3F40E9D7-067C-4905-A615-109B471502C5}" type="pres">
      <dgm:prSet presAssocID="{259D0508-C03F-472C-9469-AB6F05C6903D}" presName="parTx" presStyleLbl="revTx" presStyleIdx="0" presStyleCnt="3">
        <dgm:presLayoutVars>
          <dgm:chMax val="0"/>
          <dgm:chPref val="0"/>
        </dgm:presLayoutVars>
      </dgm:prSet>
      <dgm:spPr/>
    </dgm:pt>
    <dgm:pt modelId="{3E13CD95-85D8-486E-919D-D5A962FAC586}" type="pres">
      <dgm:prSet presAssocID="{C3423B9F-2A1D-47AC-AA72-E7E36DA7EC16}" presName="sibTrans" presStyleCnt="0"/>
      <dgm:spPr/>
    </dgm:pt>
    <dgm:pt modelId="{672D8002-9C86-48A5-A2A7-FCB6FFD622A8}" type="pres">
      <dgm:prSet presAssocID="{C548D947-05A7-4B79-AF5C-6C4390642B31}" presName="compNode" presStyleCnt="0"/>
      <dgm:spPr/>
    </dgm:pt>
    <dgm:pt modelId="{6F2F6039-82F9-47E0-9D7F-5D084E822959}" type="pres">
      <dgm:prSet presAssocID="{C548D947-05A7-4B79-AF5C-6C4390642B31}" presName="bgRect" presStyleLbl="bgShp" presStyleIdx="1" presStyleCnt="3"/>
      <dgm:spPr/>
    </dgm:pt>
    <dgm:pt modelId="{191E7936-B417-4E2F-BB38-B8AD31DB0FEE}" type="pres">
      <dgm:prSet presAssocID="{C548D947-05A7-4B79-AF5C-6C4390642B3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4F4E8FB1-05E9-4799-AC69-0FEF5DB0475C}" type="pres">
      <dgm:prSet presAssocID="{C548D947-05A7-4B79-AF5C-6C4390642B31}" presName="spaceRect" presStyleCnt="0"/>
      <dgm:spPr/>
    </dgm:pt>
    <dgm:pt modelId="{62B5FC3F-9A98-4EF6-BEFE-E87300B5397F}" type="pres">
      <dgm:prSet presAssocID="{C548D947-05A7-4B79-AF5C-6C4390642B31}" presName="parTx" presStyleLbl="revTx" presStyleIdx="1" presStyleCnt="3">
        <dgm:presLayoutVars>
          <dgm:chMax val="0"/>
          <dgm:chPref val="0"/>
        </dgm:presLayoutVars>
      </dgm:prSet>
      <dgm:spPr/>
    </dgm:pt>
    <dgm:pt modelId="{A9B12505-38DC-404C-AC24-CDFFEA836BE5}" type="pres">
      <dgm:prSet presAssocID="{AF7A2C6C-9E1F-469C-A7A0-C44554984F73}" presName="sibTrans" presStyleCnt="0"/>
      <dgm:spPr/>
    </dgm:pt>
    <dgm:pt modelId="{FDBA533F-7EF2-4238-A89D-21D3D8C23DA0}" type="pres">
      <dgm:prSet presAssocID="{108358AD-E9A6-48BF-9C61-2A9CAA5C9F69}" presName="compNode" presStyleCnt="0"/>
      <dgm:spPr/>
    </dgm:pt>
    <dgm:pt modelId="{92D5F84F-0BB6-44DB-9F5A-9E7B25B128B5}" type="pres">
      <dgm:prSet presAssocID="{108358AD-E9A6-48BF-9C61-2A9CAA5C9F69}" presName="bgRect" presStyleLbl="bgShp" presStyleIdx="2" presStyleCnt="3"/>
      <dgm:spPr/>
    </dgm:pt>
    <dgm:pt modelId="{D2704564-A53D-4C0E-85D6-0979926FA6CB}" type="pres">
      <dgm:prSet presAssocID="{108358AD-E9A6-48BF-9C61-2A9CAA5C9F6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1903DDC-1BC6-48E4-8306-5B4702550762}" type="pres">
      <dgm:prSet presAssocID="{108358AD-E9A6-48BF-9C61-2A9CAA5C9F69}" presName="spaceRect" presStyleCnt="0"/>
      <dgm:spPr/>
    </dgm:pt>
    <dgm:pt modelId="{F84E3506-384F-48B7-8AC7-4BED3B5D73FD}" type="pres">
      <dgm:prSet presAssocID="{108358AD-E9A6-48BF-9C61-2A9CAA5C9F6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5EBE30A-89A3-4742-A6C1-D7A7DA7CEDD9}" srcId="{BC59C4E7-A7BE-4A7A-9BE3-74CE50EC7DEA}" destId="{C548D947-05A7-4B79-AF5C-6C4390642B31}" srcOrd="1" destOrd="0" parTransId="{DF07C904-0F3B-4096-8EBD-B681B8779E2A}" sibTransId="{AF7A2C6C-9E1F-469C-A7A0-C44554984F73}"/>
    <dgm:cxn modelId="{1C923116-0498-4FC4-828E-AFDA0EB9FDB4}" type="presOf" srcId="{BC59C4E7-A7BE-4A7A-9BE3-74CE50EC7DEA}" destId="{7FFB1BB9-78F8-44BD-A6BE-E1F49E6F2DB1}" srcOrd="0" destOrd="0" presId="urn:microsoft.com/office/officeart/2018/2/layout/IconVerticalSolidList"/>
    <dgm:cxn modelId="{152EEC2C-A210-47E9-A746-08FA2234540B}" type="presOf" srcId="{108358AD-E9A6-48BF-9C61-2A9CAA5C9F69}" destId="{F84E3506-384F-48B7-8AC7-4BED3B5D73FD}" srcOrd="0" destOrd="0" presId="urn:microsoft.com/office/officeart/2018/2/layout/IconVerticalSolidList"/>
    <dgm:cxn modelId="{B04B2A2E-A5D0-4D05-B0FE-5F242AB07A3B}" srcId="{BC59C4E7-A7BE-4A7A-9BE3-74CE50EC7DEA}" destId="{108358AD-E9A6-48BF-9C61-2A9CAA5C9F69}" srcOrd="2" destOrd="0" parTransId="{EC7A3FB0-1F8E-49B4-BC0A-0DBDC39951C5}" sibTransId="{41D5A319-7B01-4ED0-819B-B5C1E81855BB}"/>
    <dgm:cxn modelId="{7C0F4D3E-8440-498D-BAC6-E728FA479075}" srcId="{BC59C4E7-A7BE-4A7A-9BE3-74CE50EC7DEA}" destId="{259D0508-C03F-472C-9469-AB6F05C6903D}" srcOrd="0" destOrd="0" parTransId="{E1FF4B48-EB94-429A-BDB0-ACF93D4D5C4B}" sibTransId="{C3423B9F-2A1D-47AC-AA72-E7E36DA7EC16}"/>
    <dgm:cxn modelId="{7F899B9E-3F9D-4601-9ED7-41984BBBC894}" type="presOf" srcId="{259D0508-C03F-472C-9469-AB6F05C6903D}" destId="{3F40E9D7-067C-4905-A615-109B471502C5}" srcOrd="0" destOrd="0" presId="urn:microsoft.com/office/officeart/2018/2/layout/IconVerticalSolidList"/>
    <dgm:cxn modelId="{01A4CEC7-B246-4AB3-A361-8BEC654A8A61}" type="presOf" srcId="{C548D947-05A7-4B79-AF5C-6C4390642B31}" destId="{62B5FC3F-9A98-4EF6-BEFE-E87300B5397F}" srcOrd="0" destOrd="0" presId="urn:microsoft.com/office/officeart/2018/2/layout/IconVerticalSolidList"/>
    <dgm:cxn modelId="{F6E2F047-0EFA-4835-92DF-1E6787818CCD}" type="presParOf" srcId="{7FFB1BB9-78F8-44BD-A6BE-E1F49E6F2DB1}" destId="{CE661B3B-27A4-4056-9943-F48F230D71C3}" srcOrd="0" destOrd="0" presId="urn:microsoft.com/office/officeart/2018/2/layout/IconVerticalSolidList"/>
    <dgm:cxn modelId="{31361FA7-3744-43B7-8FD1-EC3C4D87B33A}" type="presParOf" srcId="{CE661B3B-27A4-4056-9943-F48F230D71C3}" destId="{2FC645AC-0F79-4788-8FE5-7498D5408F6D}" srcOrd="0" destOrd="0" presId="urn:microsoft.com/office/officeart/2018/2/layout/IconVerticalSolidList"/>
    <dgm:cxn modelId="{CC85E289-1F4C-4D27-99D0-28264FEFAB3E}" type="presParOf" srcId="{CE661B3B-27A4-4056-9943-F48F230D71C3}" destId="{0559B200-E369-4076-ABD6-16D116E623A0}" srcOrd="1" destOrd="0" presId="urn:microsoft.com/office/officeart/2018/2/layout/IconVerticalSolidList"/>
    <dgm:cxn modelId="{66E4717E-3FF7-4915-8F9C-30D616C24EF4}" type="presParOf" srcId="{CE661B3B-27A4-4056-9943-F48F230D71C3}" destId="{EEBC79E9-7602-43AE-A633-CD80FCFD3001}" srcOrd="2" destOrd="0" presId="urn:microsoft.com/office/officeart/2018/2/layout/IconVerticalSolidList"/>
    <dgm:cxn modelId="{A7C6E6E4-B194-4ED0-8FBF-D823CD48C646}" type="presParOf" srcId="{CE661B3B-27A4-4056-9943-F48F230D71C3}" destId="{3F40E9D7-067C-4905-A615-109B471502C5}" srcOrd="3" destOrd="0" presId="urn:microsoft.com/office/officeart/2018/2/layout/IconVerticalSolidList"/>
    <dgm:cxn modelId="{39B5A0B7-D273-4B44-92DD-578BB76E9005}" type="presParOf" srcId="{7FFB1BB9-78F8-44BD-A6BE-E1F49E6F2DB1}" destId="{3E13CD95-85D8-486E-919D-D5A962FAC586}" srcOrd="1" destOrd="0" presId="urn:microsoft.com/office/officeart/2018/2/layout/IconVerticalSolidList"/>
    <dgm:cxn modelId="{231A4243-1244-4E01-95C3-234E3425A889}" type="presParOf" srcId="{7FFB1BB9-78F8-44BD-A6BE-E1F49E6F2DB1}" destId="{672D8002-9C86-48A5-A2A7-FCB6FFD622A8}" srcOrd="2" destOrd="0" presId="urn:microsoft.com/office/officeart/2018/2/layout/IconVerticalSolidList"/>
    <dgm:cxn modelId="{0A609E0B-CD3B-4E96-B86A-4097883C2020}" type="presParOf" srcId="{672D8002-9C86-48A5-A2A7-FCB6FFD622A8}" destId="{6F2F6039-82F9-47E0-9D7F-5D084E822959}" srcOrd="0" destOrd="0" presId="urn:microsoft.com/office/officeart/2018/2/layout/IconVerticalSolidList"/>
    <dgm:cxn modelId="{5E715A35-ED6E-4469-9596-6A2FD15AF8B5}" type="presParOf" srcId="{672D8002-9C86-48A5-A2A7-FCB6FFD622A8}" destId="{191E7936-B417-4E2F-BB38-B8AD31DB0FEE}" srcOrd="1" destOrd="0" presId="urn:microsoft.com/office/officeart/2018/2/layout/IconVerticalSolidList"/>
    <dgm:cxn modelId="{4B6E1BB9-7591-4F65-8974-989F0E473582}" type="presParOf" srcId="{672D8002-9C86-48A5-A2A7-FCB6FFD622A8}" destId="{4F4E8FB1-05E9-4799-AC69-0FEF5DB0475C}" srcOrd="2" destOrd="0" presId="urn:microsoft.com/office/officeart/2018/2/layout/IconVerticalSolidList"/>
    <dgm:cxn modelId="{DCFE9381-AF30-4075-967D-58E29A572D01}" type="presParOf" srcId="{672D8002-9C86-48A5-A2A7-FCB6FFD622A8}" destId="{62B5FC3F-9A98-4EF6-BEFE-E87300B5397F}" srcOrd="3" destOrd="0" presId="urn:microsoft.com/office/officeart/2018/2/layout/IconVerticalSolidList"/>
    <dgm:cxn modelId="{F2498E73-A21C-4ABC-A48E-A4C41D5242C8}" type="presParOf" srcId="{7FFB1BB9-78F8-44BD-A6BE-E1F49E6F2DB1}" destId="{A9B12505-38DC-404C-AC24-CDFFEA836BE5}" srcOrd="3" destOrd="0" presId="urn:microsoft.com/office/officeart/2018/2/layout/IconVerticalSolidList"/>
    <dgm:cxn modelId="{CF61EDFC-799E-4F9D-9560-580494435D24}" type="presParOf" srcId="{7FFB1BB9-78F8-44BD-A6BE-E1F49E6F2DB1}" destId="{FDBA533F-7EF2-4238-A89D-21D3D8C23DA0}" srcOrd="4" destOrd="0" presId="urn:microsoft.com/office/officeart/2018/2/layout/IconVerticalSolidList"/>
    <dgm:cxn modelId="{CB3818E3-24C6-41F9-9AE9-A064C38CE29F}" type="presParOf" srcId="{FDBA533F-7EF2-4238-A89D-21D3D8C23DA0}" destId="{92D5F84F-0BB6-44DB-9F5A-9E7B25B128B5}" srcOrd="0" destOrd="0" presId="urn:microsoft.com/office/officeart/2018/2/layout/IconVerticalSolidList"/>
    <dgm:cxn modelId="{B798D6E9-B9A0-4636-9E5C-A556017F0FA8}" type="presParOf" srcId="{FDBA533F-7EF2-4238-A89D-21D3D8C23DA0}" destId="{D2704564-A53D-4C0E-85D6-0979926FA6CB}" srcOrd="1" destOrd="0" presId="urn:microsoft.com/office/officeart/2018/2/layout/IconVerticalSolidList"/>
    <dgm:cxn modelId="{22A7F1BE-0BE6-438F-B7B0-6DCDF71F38F7}" type="presParOf" srcId="{FDBA533F-7EF2-4238-A89D-21D3D8C23DA0}" destId="{F1903DDC-1BC6-48E4-8306-5B4702550762}" srcOrd="2" destOrd="0" presId="urn:microsoft.com/office/officeart/2018/2/layout/IconVerticalSolidList"/>
    <dgm:cxn modelId="{55CB8CF9-E523-452F-959E-C5A2DD6EB80D}" type="presParOf" srcId="{FDBA533F-7EF2-4238-A89D-21D3D8C23DA0}" destId="{F84E3506-384F-48B7-8AC7-4BED3B5D73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CB9529-7E8B-4C88-8C6D-F33B45AF47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A705572-A511-403E-BBF3-3DDB5A8792C0}">
      <dgm:prSet/>
      <dgm:spPr/>
      <dgm:t>
        <a:bodyPr/>
        <a:lstStyle/>
        <a:p>
          <a:r>
            <a:rPr lang="en-US"/>
            <a:t>• Data-driven ML approach</a:t>
          </a:r>
        </a:p>
      </dgm:t>
    </dgm:pt>
    <dgm:pt modelId="{CF05B3DC-CFEA-486D-A326-3D6CAABF6AB3}" type="parTrans" cxnId="{8A225201-FE4A-43D9-A2CE-EA0FB2F55C5D}">
      <dgm:prSet/>
      <dgm:spPr/>
      <dgm:t>
        <a:bodyPr/>
        <a:lstStyle/>
        <a:p>
          <a:endParaRPr lang="en-US"/>
        </a:p>
      </dgm:t>
    </dgm:pt>
    <dgm:pt modelId="{E3187446-34C4-43E1-98A3-1C9C0BD94DA9}" type="sibTrans" cxnId="{8A225201-FE4A-43D9-A2CE-EA0FB2F55C5D}">
      <dgm:prSet/>
      <dgm:spPr/>
      <dgm:t>
        <a:bodyPr/>
        <a:lstStyle/>
        <a:p>
          <a:endParaRPr lang="en-US"/>
        </a:p>
      </dgm:t>
    </dgm:pt>
    <dgm:pt modelId="{F3802760-0F97-42C1-A200-33226A6871D3}">
      <dgm:prSet/>
      <dgm:spPr/>
      <dgm:t>
        <a:bodyPr/>
        <a:lstStyle/>
        <a:p>
          <a:r>
            <a:rPr lang="en-US"/>
            <a:t>• Advanced predictive models</a:t>
          </a:r>
        </a:p>
      </dgm:t>
    </dgm:pt>
    <dgm:pt modelId="{51FE28E3-F6B8-4552-B153-3F3EC837157D}" type="parTrans" cxnId="{24E30DCA-25F2-40C4-8CF8-0E8DE5B5F2C5}">
      <dgm:prSet/>
      <dgm:spPr/>
      <dgm:t>
        <a:bodyPr/>
        <a:lstStyle/>
        <a:p>
          <a:endParaRPr lang="en-US"/>
        </a:p>
      </dgm:t>
    </dgm:pt>
    <dgm:pt modelId="{76077C61-2853-4A29-B567-1D18EA0BA959}" type="sibTrans" cxnId="{24E30DCA-25F2-40C4-8CF8-0E8DE5B5F2C5}">
      <dgm:prSet/>
      <dgm:spPr/>
      <dgm:t>
        <a:bodyPr/>
        <a:lstStyle/>
        <a:p>
          <a:endParaRPr lang="en-US"/>
        </a:p>
      </dgm:t>
    </dgm:pt>
    <dgm:pt modelId="{B6BD37ED-B647-491F-ADBD-304B48EC6D59}">
      <dgm:prSet/>
      <dgm:spPr/>
      <dgm:t>
        <a:bodyPr/>
        <a:lstStyle/>
        <a:p>
          <a:r>
            <a:rPr lang="en-US"/>
            <a:t>• Actionable &amp; reliable forecasts</a:t>
          </a:r>
        </a:p>
      </dgm:t>
    </dgm:pt>
    <dgm:pt modelId="{C6B714C5-BFC3-40E3-83E2-20490D9B5C89}" type="parTrans" cxnId="{0B3BA26E-E491-4A04-B4A1-4FE95EBB6CEA}">
      <dgm:prSet/>
      <dgm:spPr/>
      <dgm:t>
        <a:bodyPr/>
        <a:lstStyle/>
        <a:p>
          <a:endParaRPr lang="en-US"/>
        </a:p>
      </dgm:t>
    </dgm:pt>
    <dgm:pt modelId="{C8339373-9647-45EF-B757-8AACEDFC8AF2}" type="sibTrans" cxnId="{0B3BA26E-E491-4A04-B4A1-4FE95EBB6CEA}">
      <dgm:prSet/>
      <dgm:spPr/>
      <dgm:t>
        <a:bodyPr/>
        <a:lstStyle/>
        <a:p>
          <a:endParaRPr lang="en-US"/>
        </a:p>
      </dgm:t>
    </dgm:pt>
    <dgm:pt modelId="{F8E66E72-A5BC-4B7E-9D36-56BF6C6C1752}" type="pres">
      <dgm:prSet presAssocID="{CBCB9529-7E8B-4C88-8C6D-F33B45AF4744}" presName="root" presStyleCnt="0">
        <dgm:presLayoutVars>
          <dgm:dir/>
          <dgm:resizeHandles val="exact"/>
        </dgm:presLayoutVars>
      </dgm:prSet>
      <dgm:spPr/>
    </dgm:pt>
    <dgm:pt modelId="{721F00F0-B7DE-46FD-80D3-638FF242CB1F}" type="pres">
      <dgm:prSet presAssocID="{6A705572-A511-403E-BBF3-3DDB5A8792C0}" presName="compNode" presStyleCnt="0"/>
      <dgm:spPr/>
    </dgm:pt>
    <dgm:pt modelId="{A233863E-FAF2-4BE5-9378-DBAC746C73EA}" type="pres">
      <dgm:prSet presAssocID="{6A705572-A511-403E-BBF3-3DDB5A8792C0}" presName="bgRect" presStyleLbl="bgShp" presStyleIdx="0" presStyleCnt="3"/>
      <dgm:spPr/>
    </dgm:pt>
    <dgm:pt modelId="{3B62562C-3E2B-4D6E-A9E2-1EF02A0A6E1E}" type="pres">
      <dgm:prSet presAssocID="{6A705572-A511-403E-BBF3-3DDB5A8792C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3033C1D-85E7-4F22-A124-D9D551C568E9}" type="pres">
      <dgm:prSet presAssocID="{6A705572-A511-403E-BBF3-3DDB5A8792C0}" presName="spaceRect" presStyleCnt="0"/>
      <dgm:spPr/>
    </dgm:pt>
    <dgm:pt modelId="{50F6B426-6FA0-44B5-AD1B-8572E6C6E860}" type="pres">
      <dgm:prSet presAssocID="{6A705572-A511-403E-BBF3-3DDB5A8792C0}" presName="parTx" presStyleLbl="revTx" presStyleIdx="0" presStyleCnt="3">
        <dgm:presLayoutVars>
          <dgm:chMax val="0"/>
          <dgm:chPref val="0"/>
        </dgm:presLayoutVars>
      </dgm:prSet>
      <dgm:spPr/>
    </dgm:pt>
    <dgm:pt modelId="{D79303CE-0354-4DA4-B544-0D55AB9B0888}" type="pres">
      <dgm:prSet presAssocID="{E3187446-34C4-43E1-98A3-1C9C0BD94DA9}" presName="sibTrans" presStyleCnt="0"/>
      <dgm:spPr/>
    </dgm:pt>
    <dgm:pt modelId="{42115D08-36CB-4ED8-9C2F-FB4190AA6AEC}" type="pres">
      <dgm:prSet presAssocID="{F3802760-0F97-42C1-A200-33226A6871D3}" presName="compNode" presStyleCnt="0"/>
      <dgm:spPr/>
    </dgm:pt>
    <dgm:pt modelId="{1202C528-7BE7-45B6-BD79-225490ADF9F2}" type="pres">
      <dgm:prSet presAssocID="{F3802760-0F97-42C1-A200-33226A6871D3}" presName="bgRect" presStyleLbl="bgShp" presStyleIdx="1" presStyleCnt="3"/>
      <dgm:spPr/>
    </dgm:pt>
    <dgm:pt modelId="{9A75D897-CDAA-4917-A720-92178EC3BE3A}" type="pres">
      <dgm:prSet presAssocID="{F3802760-0F97-42C1-A200-33226A6871D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0CA9473-3427-4BBA-B832-76A111A028DA}" type="pres">
      <dgm:prSet presAssocID="{F3802760-0F97-42C1-A200-33226A6871D3}" presName="spaceRect" presStyleCnt="0"/>
      <dgm:spPr/>
    </dgm:pt>
    <dgm:pt modelId="{B6F7C8B7-A81A-406D-BEFA-7C4CE833088F}" type="pres">
      <dgm:prSet presAssocID="{F3802760-0F97-42C1-A200-33226A6871D3}" presName="parTx" presStyleLbl="revTx" presStyleIdx="1" presStyleCnt="3">
        <dgm:presLayoutVars>
          <dgm:chMax val="0"/>
          <dgm:chPref val="0"/>
        </dgm:presLayoutVars>
      </dgm:prSet>
      <dgm:spPr/>
    </dgm:pt>
    <dgm:pt modelId="{7041E186-9E13-43FB-9F9E-339A0F887EE0}" type="pres">
      <dgm:prSet presAssocID="{76077C61-2853-4A29-B567-1D18EA0BA959}" presName="sibTrans" presStyleCnt="0"/>
      <dgm:spPr/>
    </dgm:pt>
    <dgm:pt modelId="{EB6E97A8-2059-4B31-9BA6-360A1467CDD5}" type="pres">
      <dgm:prSet presAssocID="{B6BD37ED-B647-491F-ADBD-304B48EC6D59}" presName="compNode" presStyleCnt="0"/>
      <dgm:spPr/>
    </dgm:pt>
    <dgm:pt modelId="{A33B642A-71C9-44B8-9EDB-6DEFF64D78F1}" type="pres">
      <dgm:prSet presAssocID="{B6BD37ED-B647-491F-ADBD-304B48EC6D59}" presName="bgRect" presStyleLbl="bgShp" presStyleIdx="2" presStyleCnt="3"/>
      <dgm:spPr/>
    </dgm:pt>
    <dgm:pt modelId="{0628D899-6567-4A1C-95A9-892528F4B80B}" type="pres">
      <dgm:prSet presAssocID="{B6BD37ED-B647-491F-ADBD-304B48EC6D5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941260B-8F30-447B-9F84-987F50E05181}" type="pres">
      <dgm:prSet presAssocID="{B6BD37ED-B647-491F-ADBD-304B48EC6D59}" presName="spaceRect" presStyleCnt="0"/>
      <dgm:spPr/>
    </dgm:pt>
    <dgm:pt modelId="{8BD4C9AD-3008-457E-8863-07666D756CE8}" type="pres">
      <dgm:prSet presAssocID="{B6BD37ED-B647-491F-ADBD-304B48EC6D5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A225201-FE4A-43D9-A2CE-EA0FB2F55C5D}" srcId="{CBCB9529-7E8B-4C88-8C6D-F33B45AF4744}" destId="{6A705572-A511-403E-BBF3-3DDB5A8792C0}" srcOrd="0" destOrd="0" parTransId="{CF05B3DC-CFEA-486D-A326-3D6CAABF6AB3}" sibTransId="{E3187446-34C4-43E1-98A3-1C9C0BD94DA9}"/>
    <dgm:cxn modelId="{8528A602-21E0-4F60-98C9-7982E6C3D351}" type="presOf" srcId="{F3802760-0F97-42C1-A200-33226A6871D3}" destId="{B6F7C8B7-A81A-406D-BEFA-7C4CE833088F}" srcOrd="0" destOrd="0" presId="urn:microsoft.com/office/officeart/2018/2/layout/IconVerticalSolidList"/>
    <dgm:cxn modelId="{8A79C325-0F9B-4B95-9538-E3CA26AFBE96}" type="presOf" srcId="{B6BD37ED-B647-491F-ADBD-304B48EC6D59}" destId="{8BD4C9AD-3008-457E-8863-07666D756CE8}" srcOrd="0" destOrd="0" presId="urn:microsoft.com/office/officeart/2018/2/layout/IconVerticalSolidList"/>
    <dgm:cxn modelId="{13E3D060-9857-4EE6-9F1F-17E18C82F29D}" type="presOf" srcId="{6A705572-A511-403E-BBF3-3DDB5A8792C0}" destId="{50F6B426-6FA0-44B5-AD1B-8572E6C6E860}" srcOrd="0" destOrd="0" presId="urn:microsoft.com/office/officeart/2018/2/layout/IconVerticalSolidList"/>
    <dgm:cxn modelId="{0B3BA26E-E491-4A04-B4A1-4FE95EBB6CEA}" srcId="{CBCB9529-7E8B-4C88-8C6D-F33B45AF4744}" destId="{B6BD37ED-B647-491F-ADBD-304B48EC6D59}" srcOrd="2" destOrd="0" parTransId="{C6B714C5-BFC3-40E3-83E2-20490D9B5C89}" sibTransId="{C8339373-9647-45EF-B757-8AACEDFC8AF2}"/>
    <dgm:cxn modelId="{24E30DCA-25F2-40C4-8CF8-0E8DE5B5F2C5}" srcId="{CBCB9529-7E8B-4C88-8C6D-F33B45AF4744}" destId="{F3802760-0F97-42C1-A200-33226A6871D3}" srcOrd="1" destOrd="0" parTransId="{51FE28E3-F6B8-4552-B153-3F3EC837157D}" sibTransId="{76077C61-2853-4A29-B567-1D18EA0BA959}"/>
    <dgm:cxn modelId="{9824F8E2-8B24-4B50-B86F-A601A2393A61}" type="presOf" srcId="{CBCB9529-7E8B-4C88-8C6D-F33B45AF4744}" destId="{F8E66E72-A5BC-4B7E-9D36-56BF6C6C1752}" srcOrd="0" destOrd="0" presId="urn:microsoft.com/office/officeart/2018/2/layout/IconVerticalSolidList"/>
    <dgm:cxn modelId="{87A43184-A14C-4643-9875-EBCFEF0D0A00}" type="presParOf" srcId="{F8E66E72-A5BC-4B7E-9D36-56BF6C6C1752}" destId="{721F00F0-B7DE-46FD-80D3-638FF242CB1F}" srcOrd="0" destOrd="0" presId="urn:microsoft.com/office/officeart/2018/2/layout/IconVerticalSolidList"/>
    <dgm:cxn modelId="{0CA99599-C89F-4F3C-882A-5FFFEA480782}" type="presParOf" srcId="{721F00F0-B7DE-46FD-80D3-638FF242CB1F}" destId="{A233863E-FAF2-4BE5-9378-DBAC746C73EA}" srcOrd="0" destOrd="0" presId="urn:microsoft.com/office/officeart/2018/2/layout/IconVerticalSolidList"/>
    <dgm:cxn modelId="{F24E98C3-7200-4EE4-BAA3-02E48C955066}" type="presParOf" srcId="{721F00F0-B7DE-46FD-80D3-638FF242CB1F}" destId="{3B62562C-3E2B-4D6E-A9E2-1EF02A0A6E1E}" srcOrd="1" destOrd="0" presId="urn:microsoft.com/office/officeart/2018/2/layout/IconVerticalSolidList"/>
    <dgm:cxn modelId="{84834134-C1A4-412D-961D-DC4D7E5F5853}" type="presParOf" srcId="{721F00F0-B7DE-46FD-80D3-638FF242CB1F}" destId="{F3033C1D-85E7-4F22-A124-D9D551C568E9}" srcOrd="2" destOrd="0" presId="urn:microsoft.com/office/officeart/2018/2/layout/IconVerticalSolidList"/>
    <dgm:cxn modelId="{465F0205-FAC6-4487-BFCA-4F3B43F944DD}" type="presParOf" srcId="{721F00F0-B7DE-46FD-80D3-638FF242CB1F}" destId="{50F6B426-6FA0-44B5-AD1B-8572E6C6E860}" srcOrd="3" destOrd="0" presId="urn:microsoft.com/office/officeart/2018/2/layout/IconVerticalSolidList"/>
    <dgm:cxn modelId="{AE5E08EB-5CDC-4475-A82F-7BC18F5154FD}" type="presParOf" srcId="{F8E66E72-A5BC-4B7E-9D36-56BF6C6C1752}" destId="{D79303CE-0354-4DA4-B544-0D55AB9B0888}" srcOrd="1" destOrd="0" presId="urn:microsoft.com/office/officeart/2018/2/layout/IconVerticalSolidList"/>
    <dgm:cxn modelId="{92150F7C-994E-4D2C-8851-27529DCB1D07}" type="presParOf" srcId="{F8E66E72-A5BC-4B7E-9D36-56BF6C6C1752}" destId="{42115D08-36CB-4ED8-9C2F-FB4190AA6AEC}" srcOrd="2" destOrd="0" presId="urn:microsoft.com/office/officeart/2018/2/layout/IconVerticalSolidList"/>
    <dgm:cxn modelId="{97B04FAD-5070-4E50-8F5C-9E8BF0907080}" type="presParOf" srcId="{42115D08-36CB-4ED8-9C2F-FB4190AA6AEC}" destId="{1202C528-7BE7-45B6-BD79-225490ADF9F2}" srcOrd="0" destOrd="0" presId="urn:microsoft.com/office/officeart/2018/2/layout/IconVerticalSolidList"/>
    <dgm:cxn modelId="{D4848FD1-B860-4F3F-814D-EE59790FC3DD}" type="presParOf" srcId="{42115D08-36CB-4ED8-9C2F-FB4190AA6AEC}" destId="{9A75D897-CDAA-4917-A720-92178EC3BE3A}" srcOrd="1" destOrd="0" presId="urn:microsoft.com/office/officeart/2018/2/layout/IconVerticalSolidList"/>
    <dgm:cxn modelId="{669D102D-2582-4282-92A2-651B6EF4730E}" type="presParOf" srcId="{42115D08-36CB-4ED8-9C2F-FB4190AA6AEC}" destId="{00CA9473-3427-4BBA-B832-76A111A028DA}" srcOrd="2" destOrd="0" presId="urn:microsoft.com/office/officeart/2018/2/layout/IconVerticalSolidList"/>
    <dgm:cxn modelId="{A58C3149-FB4A-435A-89EC-141B25D5F565}" type="presParOf" srcId="{42115D08-36CB-4ED8-9C2F-FB4190AA6AEC}" destId="{B6F7C8B7-A81A-406D-BEFA-7C4CE833088F}" srcOrd="3" destOrd="0" presId="urn:microsoft.com/office/officeart/2018/2/layout/IconVerticalSolidList"/>
    <dgm:cxn modelId="{9446C2AA-426C-4339-8DA8-90ADB43211B9}" type="presParOf" srcId="{F8E66E72-A5BC-4B7E-9D36-56BF6C6C1752}" destId="{7041E186-9E13-43FB-9F9E-339A0F887EE0}" srcOrd="3" destOrd="0" presId="urn:microsoft.com/office/officeart/2018/2/layout/IconVerticalSolidList"/>
    <dgm:cxn modelId="{A0BB3B1F-FABF-46C5-9986-75120DC9B1AD}" type="presParOf" srcId="{F8E66E72-A5BC-4B7E-9D36-56BF6C6C1752}" destId="{EB6E97A8-2059-4B31-9BA6-360A1467CDD5}" srcOrd="4" destOrd="0" presId="urn:microsoft.com/office/officeart/2018/2/layout/IconVerticalSolidList"/>
    <dgm:cxn modelId="{7A2AC62E-C0AB-417C-9A3F-6A3025A3D4E3}" type="presParOf" srcId="{EB6E97A8-2059-4B31-9BA6-360A1467CDD5}" destId="{A33B642A-71C9-44B8-9EDB-6DEFF64D78F1}" srcOrd="0" destOrd="0" presId="urn:microsoft.com/office/officeart/2018/2/layout/IconVerticalSolidList"/>
    <dgm:cxn modelId="{1DCB3AD8-3CA6-4257-ABF6-84612AAAC726}" type="presParOf" srcId="{EB6E97A8-2059-4B31-9BA6-360A1467CDD5}" destId="{0628D899-6567-4A1C-95A9-892528F4B80B}" srcOrd="1" destOrd="0" presId="urn:microsoft.com/office/officeart/2018/2/layout/IconVerticalSolidList"/>
    <dgm:cxn modelId="{50A1868D-262C-45C3-95CD-EC00C62E1771}" type="presParOf" srcId="{EB6E97A8-2059-4B31-9BA6-360A1467CDD5}" destId="{8941260B-8F30-447B-9F84-987F50E05181}" srcOrd="2" destOrd="0" presId="urn:microsoft.com/office/officeart/2018/2/layout/IconVerticalSolidList"/>
    <dgm:cxn modelId="{6EAEED0C-59F7-4358-BC7D-68DE88D54D70}" type="presParOf" srcId="{EB6E97A8-2059-4B31-9BA6-360A1467CDD5}" destId="{8BD4C9AD-3008-457E-8863-07666D756C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37418B-0FE4-43FD-8073-E802BEB768C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D36927D-DF3D-44FC-96F9-C867C6C6B86D}">
      <dgm:prSet custT="1"/>
      <dgm:spPr/>
      <dgm:t>
        <a:bodyPr/>
        <a:lstStyle/>
        <a:p>
          <a:r>
            <a:rPr lang="en-US" sz="1000"/>
            <a:t>Programming languages : python</a:t>
          </a:r>
        </a:p>
      </dgm:t>
    </dgm:pt>
    <dgm:pt modelId="{87748AE2-A056-4A8C-B31E-D64A863D294F}" type="parTrans" cxnId="{953A89CF-6DCB-4CE4-A6FA-8596A3E54507}">
      <dgm:prSet/>
      <dgm:spPr/>
      <dgm:t>
        <a:bodyPr/>
        <a:lstStyle/>
        <a:p>
          <a:endParaRPr lang="en-US"/>
        </a:p>
      </dgm:t>
    </dgm:pt>
    <dgm:pt modelId="{C601C8C3-2304-4368-8FE9-91A2312972D0}" type="sibTrans" cxnId="{953A89CF-6DCB-4CE4-A6FA-8596A3E54507}">
      <dgm:prSet/>
      <dgm:spPr/>
      <dgm:t>
        <a:bodyPr/>
        <a:lstStyle/>
        <a:p>
          <a:endParaRPr lang="en-US"/>
        </a:p>
      </dgm:t>
    </dgm:pt>
    <dgm:pt modelId="{7479390B-7A75-4E19-A18C-077DF3A2DFC1}">
      <dgm:prSet custT="1"/>
      <dgm:spPr/>
      <dgm:t>
        <a:bodyPr/>
        <a:lstStyle/>
        <a:p>
          <a:r>
            <a:rPr lang="en-US" sz="1000"/>
            <a:t>Data preprocessing and manipulation : numpy and pandas</a:t>
          </a:r>
        </a:p>
      </dgm:t>
    </dgm:pt>
    <dgm:pt modelId="{929CC188-267C-4FE4-86FD-481B244E4E40}" type="parTrans" cxnId="{AFBCE499-A116-477C-BB0D-43E18742109C}">
      <dgm:prSet/>
      <dgm:spPr/>
      <dgm:t>
        <a:bodyPr/>
        <a:lstStyle/>
        <a:p>
          <a:endParaRPr lang="en-US"/>
        </a:p>
      </dgm:t>
    </dgm:pt>
    <dgm:pt modelId="{57000FA9-BC07-44F7-9401-652169768B3F}" type="sibTrans" cxnId="{AFBCE499-A116-477C-BB0D-43E18742109C}">
      <dgm:prSet/>
      <dgm:spPr/>
      <dgm:t>
        <a:bodyPr/>
        <a:lstStyle/>
        <a:p>
          <a:endParaRPr lang="en-US"/>
        </a:p>
      </dgm:t>
    </dgm:pt>
    <dgm:pt modelId="{FB602FD7-66A9-4D4C-B5B6-3DC71EEA380C}">
      <dgm:prSet custT="1"/>
      <dgm:spPr/>
      <dgm:t>
        <a:bodyPr/>
        <a:lstStyle/>
        <a:p>
          <a:r>
            <a:rPr lang="en-US" sz="1000" dirty="0"/>
            <a:t>Machine learning models : </a:t>
          </a:r>
          <a:r>
            <a:rPr lang="en-IN" sz="1000" dirty="0"/>
            <a:t>Scikit-learn, XGBoost</a:t>
          </a:r>
          <a:endParaRPr lang="en-US" sz="1000" dirty="0"/>
        </a:p>
      </dgm:t>
    </dgm:pt>
    <dgm:pt modelId="{03C6D798-FC24-4504-903C-7E97FC190AE1}" type="parTrans" cxnId="{D934B58D-65B6-4E6E-884D-03BB38DF9CE9}">
      <dgm:prSet/>
      <dgm:spPr/>
      <dgm:t>
        <a:bodyPr/>
        <a:lstStyle/>
        <a:p>
          <a:endParaRPr lang="en-US"/>
        </a:p>
      </dgm:t>
    </dgm:pt>
    <dgm:pt modelId="{BD2F09E5-5A5C-4FA0-802E-78E579C679F8}" type="sibTrans" cxnId="{D934B58D-65B6-4E6E-884D-03BB38DF9CE9}">
      <dgm:prSet/>
      <dgm:spPr/>
      <dgm:t>
        <a:bodyPr/>
        <a:lstStyle/>
        <a:p>
          <a:endParaRPr lang="en-US"/>
        </a:p>
      </dgm:t>
    </dgm:pt>
    <dgm:pt modelId="{2E2EFC55-057C-4525-8644-4578CDB65962}">
      <dgm:prSet custT="1"/>
      <dgm:spPr/>
      <dgm:t>
        <a:bodyPr/>
        <a:lstStyle/>
        <a:p>
          <a:r>
            <a:rPr lang="en-IN" sz="1000"/>
            <a:t>Future Tech Stack Enhancements:</a:t>
          </a:r>
          <a:endParaRPr lang="en-US" sz="1000"/>
        </a:p>
      </dgm:t>
    </dgm:pt>
    <dgm:pt modelId="{0B106E51-8694-41E2-B454-B5EF8B51F821}" type="parTrans" cxnId="{14F3F842-0189-4872-9094-A8C31DF0E8FE}">
      <dgm:prSet/>
      <dgm:spPr/>
      <dgm:t>
        <a:bodyPr/>
        <a:lstStyle/>
        <a:p>
          <a:endParaRPr lang="en-US"/>
        </a:p>
      </dgm:t>
    </dgm:pt>
    <dgm:pt modelId="{214E3109-0682-4673-AE2F-9C1AF4C69831}" type="sibTrans" cxnId="{14F3F842-0189-4872-9094-A8C31DF0E8FE}">
      <dgm:prSet/>
      <dgm:spPr/>
      <dgm:t>
        <a:bodyPr/>
        <a:lstStyle/>
        <a:p>
          <a:endParaRPr lang="en-US"/>
        </a:p>
      </dgm:t>
    </dgm:pt>
    <dgm:pt modelId="{BFC9F495-CA11-406B-BF36-87412A9D6FF0}">
      <dgm:prSet custT="1"/>
      <dgm:spPr/>
      <dgm:t>
        <a:bodyPr/>
        <a:lstStyle/>
        <a:p>
          <a:r>
            <a:rPr lang="en-IN" sz="1000" dirty="0"/>
            <a:t> For real time processing : Kafka or spark</a:t>
          </a:r>
          <a:endParaRPr lang="en-US" sz="1000" dirty="0"/>
        </a:p>
      </dgm:t>
    </dgm:pt>
    <dgm:pt modelId="{8FAE0291-B61E-4613-9977-B7285C6F04C8}" type="parTrans" cxnId="{2FA867AD-5FB9-4383-8172-71C9EAC6C99B}">
      <dgm:prSet/>
      <dgm:spPr/>
      <dgm:t>
        <a:bodyPr/>
        <a:lstStyle/>
        <a:p>
          <a:endParaRPr lang="en-US"/>
        </a:p>
      </dgm:t>
    </dgm:pt>
    <dgm:pt modelId="{B289B78C-B85F-4B55-816E-1BFAE06AABBB}" type="sibTrans" cxnId="{2FA867AD-5FB9-4383-8172-71C9EAC6C99B}">
      <dgm:prSet/>
      <dgm:spPr/>
      <dgm:t>
        <a:bodyPr/>
        <a:lstStyle/>
        <a:p>
          <a:endParaRPr lang="en-US"/>
        </a:p>
      </dgm:t>
    </dgm:pt>
    <dgm:pt modelId="{2BCE8A17-A54B-489A-80EF-3E0253FFCE22}">
      <dgm:prSet custT="1"/>
      <dgm:spPr/>
      <dgm:t>
        <a:bodyPr/>
        <a:lstStyle/>
        <a:p>
          <a:r>
            <a:rPr lang="en-IN" sz="1000" dirty="0"/>
            <a:t> Advances ai : TensorFlow or PyTorch</a:t>
          </a:r>
          <a:endParaRPr lang="en-US" sz="1000" dirty="0"/>
        </a:p>
      </dgm:t>
    </dgm:pt>
    <dgm:pt modelId="{AC93EFBD-AB68-4B24-BADA-2E5555FCA925}" type="parTrans" cxnId="{CC9414F5-7F2A-4705-B69B-6A23882BFADE}">
      <dgm:prSet/>
      <dgm:spPr/>
      <dgm:t>
        <a:bodyPr/>
        <a:lstStyle/>
        <a:p>
          <a:endParaRPr lang="en-US"/>
        </a:p>
      </dgm:t>
    </dgm:pt>
    <dgm:pt modelId="{844B06F1-CC0A-40B1-B8DC-DAC91A19F774}" type="sibTrans" cxnId="{CC9414F5-7F2A-4705-B69B-6A23882BFADE}">
      <dgm:prSet/>
      <dgm:spPr/>
      <dgm:t>
        <a:bodyPr/>
        <a:lstStyle/>
        <a:p>
          <a:endParaRPr lang="en-US"/>
        </a:p>
      </dgm:t>
    </dgm:pt>
    <dgm:pt modelId="{E021AE29-22D9-4B9F-8E4D-8701F0F0EA0B}">
      <dgm:prSet custT="1"/>
      <dgm:spPr/>
      <dgm:t>
        <a:bodyPr/>
        <a:lstStyle/>
        <a:p>
          <a:r>
            <a:rPr lang="en-IN" sz="1000" dirty="0"/>
            <a:t>Visualization &amp; Dashboards: Matplotlib or Seaborn</a:t>
          </a:r>
          <a:endParaRPr lang="en-US" sz="1000" dirty="0"/>
        </a:p>
      </dgm:t>
    </dgm:pt>
    <dgm:pt modelId="{B6FB4DD0-E69B-48AD-9603-6B8410BE9218}" type="parTrans" cxnId="{EBC0C5F6-7B9E-47B8-ABA1-FD5BE16C970F}">
      <dgm:prSet/>
      <dgm:spPr/>
      <dgm:t>
        <a:bodyPr/>
        <a:lstStyle/>
        <a:p>
          <a:endParaRPr lang="en-US"/>
        </a:p>
      </dgm:t>
    </dgm:pt>
    <dgm:pt modelId="{7718DD5E-13E1-45FC-9181-C1A3045A0180}" type="sibTrans" cxnId="{EBC0C5F6-7B9E-47B8-ABA1-FD5BE16C970F}">
      <dgm:prSet/>
      <dgm:spPr/>
      <dgm:t>
        <a:bodyPr/>
        <a:lstStyle/>
        <a:p>
          <a:endParaRPr lang="en-US"/>
        </a:p>
      </dgm:t>
    </dgm:pt>
    <dgm:pt modelId="{299EFEE0-1D91-4976-ADAB-3B44CA638648}">
      <dgm:prSet custT="1"/>
      <dgm:spPr/>
      <dgm:t>
        <a:bodyPr/>
        <a:lstStyle/>
        <a:p>
          <a:pPr>
            <a:buNone/>
          </a:pPr>
          <a:r>
            <a:rPr lang="en-IN" sz="1000" dirty="0"/>
            <a:t>Explainable AI (XAI) Layer : SHAP, Feature importance plots</a:t>
          </a:r>
          <a:endParaRPr lang="en-US" sz="1000" dirty="0"/>
        </a:p>
      </dgm:t>
    </dgm:pt>
    <dgm:pt modelId="{F2239D6E-3285-4A52-99E3-6C14442C0746}" type="parTrans" cxnId="{2D7BF4CA-6C0E-40B7-B27E-A9FF05E7AD45}">
      <dgm:prSet/>
      <dgm:spPr/>
      <dgm:t>
        <a:bodyPr/>
        <a:lstStyle/>
        <a:p>
          <a:endParaRPr lang="en-IN"/>
        </a:p>
      </dgm:t>
    </dgm:pt>
    <dgm:pt modelId="{F243F9B9-46F7-47EF-9188-24F47F8E35B3}" type="sibTrans" cxnId="{2D7BF4CA-6C0E-40B7-B27E-A9FF05E7AD45}">
      <dgm:prSet/>
      <dgm:spPr/>
      <dgm:t>
        <a:bodyPr/>
        <a:lstStyle/>
        <a:p>
          <a:endParaRPr lang="en-IN"/>
        </a:p>
      </dgm:t>
    </dgm:pt>
    <dgm:pt modelId="{139C107B-A6E2-4A81-A261-9ED4780473AD}" type="pres">
      <dgm:prSet presAssocID="{D137418B-0FE4-43FD-8073-E802BEB768C2}" presName="linear" presStyleCnt="0">
        <dgm:presLayoutVars>
          <dgm:dir/>
          <dgm:animLvl val="lvl"/>
          <dgm:resizeHandles val="exact"/>
        </dgm:presLayoutVars>
      </dgm:prSet>
      <dgm:spPr/>
    </dgm:pt>
    <dgm:pt modelId="{02971AAB-0184-4361-9098-7583149EE53D}" type="pres">
      <dgm:prSet presAssocID="{3D36927D-DF3D-44FC-96F9-C867C6C6B86D}" presName="parentLin" presStyleCnt="0"/>
      <dgm:spPr/>
    </dgm:pt>
    <dgm:pt modelId="{4DA8B274-5BDC-419B-95CC-12FDE5D006A1}" type="pres">
      <dgm:prSet presAssocID="{3D36927D-DF3D-44FC-96F9-C867C6C6B86D}" presName="parentLeftMargin" presStyleLbl="node1" presStyleIdx="0" presStyleCnt="6"/>
      <dgm:spPr/>
    </dgm:pt>
    <dgm:pt modelId="{877D2BB0-15D1-4089-BA40-C41FFCFB9E0D}" type="pres">
      <dgm:prSet presAssocID="{3D36927D-DF3D-44FC-96F9-C867C6C6B86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8A717D9-3D93-47F2-8794-FD5C2718049C}" type="pres">
      <dgm:prSet presAssocID="{3D36927D-DF3D-44FC-96F9-C867C6C6B86D}" presName="negativeSpace" presStyleCnt="0"/>
      <dgm:spPr/>
    </dgm:pt>
    <dgm:pt modelId="{9FBFE969-0B27-4795-9CE4-317CE466F4AA}" type="pres">
      <dgm:prSet presAssocID="{3D36927D-DF3D-44FC-96F9-C867C6C6B86D}" presName="childText" presStyleLbl="conFgAcc1" presStyleIdx="0" presStyleCnt="6">
        <dgm:presLayoutVars>
          <dgm:bulletEnabled val="1"/>
        </dgm:presLayoutVars>
      </dgm:prSet>
      <dgm:spPr/>
    </dgm:pt>
    <dgm:pt modelId="{773E5B1F-81AA-4920-8ADF-8584CD270808}" type="pres">
      <dgm:prSet presAssocID="{C601C8C3-2304-4368-8FE9-91A2312972D0}" presName="spaceBetweenRectangles" presStyleCnt="0"/>
      <dgm:spPr/>
    </dgm:pt>
    <dgm:pt modelId="{AAC82B7F-A0B3-4EBC-B50D-32653581D369}" type="pres">
      <dgm:prSet presAssocID="{7479390B-7A75-4E19-A18C-077DF3A2DFC1}" presName="parentLin" presStyleCnt="0"/>
      <dgm:spPr/>
    </dgm:pt>
    <dgm:pt modelId="{BA2F4781-B303-4BBD-AA47-327D3B1B95CE}" type="pres">
      <dgm:prSet presAssocID="{7479390B-7A75-4E19-A18C-077DF3A2DFC1}" presName="parentLeftMargin" presStyleLbl="node1" presStyleIdx="0" presStyleCnt="6"/>
      <dgm:spPr/>
    </dgm:pt>
    <dgm:pt modelId="{E65CA86F-9B70-465B-97D7-835DFB58DBF5}" type="pres">
      <dgm:prSet presAssocID="{7479390B-7A75-4E19-A18C-077DF3A2DFC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3888974-4168-48E0-A8F3-8D581E9E5C9D}" type="pres">
      <dgm:prSet presAssocID="{7479390B-7A75-4E19-A18C-077DF3A2DFC1}" presName="negativeSpace" presStyleCnt="0"/>
      <dgm:spPr/>
    </dgm:pt>
    <dgm:pt modelId="{B35A8372-0F1B-48D6-A015-51E7DD907E85}" type="pres">
      <dgm:prSet presAssocID="{7479390B-7A75-4E19-A18C-077DF3A2DFC1}" presName="childText" presStyleLbl="conFgAcc1" presStyleIdx="1" presStyleCnt="6">
        <dgm:presLayoutVars>
          <dgm:bulletEnabled val="1"/>
        </dgm:presLayoutVars>
      </dgm:prSet>
      <dgm:spPr/>
    </dgm:pt>
    <dgm:pt modelId="{ADDED74D-127B-4AAE-82A0-F00CF57509BF}" type="pres">
      <dgm:prSet presAssocID="{57000FA9-BC07-44F7-9401-652169768B3F}" presName="spaceBetweenRectangles" presStyleCnt="0"/>
      <dgm:spPr/>
    </dgm:pt>
    <dgm:pt modelId="{C83465F4-62C7-4EC8-A5B4-F95C5B949420}" type="pres">
      <dgm:prSet presAssocID="{FB602FD7-66A9-4D4C-B5B6-3DC71EEA380C}" presName="parentLin" presStyleCnt="0"/>
      <dgm:spPr/>
    </dgm:pt>
    <dgm:pt modelId="{E2B1F282-0099-42F0-8D9A-522BA9463C27}" type="pres">
      <dgm:prSet presAssocID="{FB602FD7-66A9-4D4C-B5B6-3DC71EEA380C}" presName="parentLeftMargin" presStyleLbl="node1" presStyleIdx="1" presStyleCnt="6"/>
      <dgm:spPr/>
    </dgm:pt>
    <dgm:pt modelId="{F6103555-91D4-49AB-8EDF-58A5B6FC62D4}" type="pres">
      <dgm:prSet presAssocID="{FB602FD7-66A9-4D4C-B5B6-3DC71EEA380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304A040-E019-4224-8F6C-9777A81A06C4}" type="pres">
      <dgm:prSet presAssocID="{FB602FD7-66A9-4D4C-B5B6-3DC71EEA380C}" presName="negativeSpace" presStyleCnt="0"/>
      <dgm:spPr/>
    </dgm:pt>
    <dgm:pt modelId="{76DCF305-16BC-4FA2-AD8B-6000F92C0FD1}" type="pres">
      <dgm:prSet presAssocID="{FB602FD7-66A9-4D4C-B5B6-3DC71EEA380C}" presName="childText" presStyleLbl="conFgAcc1" presStyleIdx="2" presStyleCnt="6">
        <dgm:presLayoutVars>
          <dgm:bulletEnabled val="1"/>
        </dgm:presLayoutVars>
      </dgm:prSet>
      <dgm:spPr/>
    </dgm:pt>
    <dgm:pt modelId="{2B422FA5-EFFC-4EF9-AFC8-8E5EA9FE0999}" type="pres">
      <dgm:prSet presAssocID="{BD2F09E5-5A5C-4FA0-802E-78E579C679F8}" presName="spaceBetweenRectangles" presStyleCnt="0"/>
      <dgm:spPr/>
    </dgm:pt>
    <dgm:pt modelId="{6592132E-28F5-4935-BCD6-40ED68D8E580}" type="pres">
      <dgm:prSet presAssocID="{299EFEE0-1D91-4976-ADAB-3B44CA638648}" presName="parentLin" presStyleCnt="0"/>
      <dgm:spPr/>
    </dgm:pt>
    <dgm:pt modelId="{AA064AF7-27F2-45F8-A609-F67E4E631EB3}" type="pres">
      <dgm:prSet presAssocID="{299EFEE0-1D91-4976-ADAB-3B44CA638648}" presName="parentLeftMargin" presStyleLbl="node1" presStyleIdx="2" presStyleCnt="6"/>
      <dgm:spPr/>
    </dgm:pt>
    <dgm:pt modelId="{B65E4A14-0C77-4271-BDD4-6D03957017C7}" type="pres">
      <dgm:prSet presAssocID="{299EFEE0-1D91-4976-ADAB-3B44CA63864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694ACC2-C4F1-403B-9C75-8D1C89E7AAB6}" type="pres">
      <dgm:prSet presAssocID="{299EFEE0-1D91-4976-ADAB-3B44CA638648}" presName="negativeSpace" presStyleCnt="0"/>
      <dgm:spPr/>
    </dgm:pt>
    <dgm:pt modelId="{0D23506C-56A6-4EE8-BA79-07F961E838C2}" type="pres">
      <dgm:prSet presAssocID="{299EFEE0-1D91-4976-ADAB-3B44CA638648}" presName="childText" presStyleLbl="conFgAcc1" presStyleIdx="3" presStyleCnt="6">
        <dgm:presLayoutVars>
          <dgm:bulletEnabled val="1"/>
        </dgm:presLayoutVars>
      </dgm:prSet>
      <dgm:spPr/>
    </dgm:pt>
    <dgm:pt modelId="{0727E5DD-A343-4C70-B874-5072EF80A78E}" type="pres">
      <dgm:prSet presAssocID="{F243F9B9-46F7-47EF-9188-24F47F8E35B3}" presName="spaceBetweenRectangles" presStyleCnt="0"/>
      <dgm:spPr/>
    </dgm:pt>
    <dgm:pt modelId="{F82C3DAD-E525-47B2-A9E1-CB04D399E149}" type="pres">
      <dgm:prSet presAssocID="{E021AE29-22D9-4B9F-8E4D-8701F0F0EA0B}" presName="parentLin" presStyleCnt="0"/>
      <dgm:spPr/>
    </dgm:pt>
    <dgm:pt modelId="{820323C6-FEAF-44A2-BEB8-A8D643C2F858}" type="pres">
      <dgm:prSet presAssocID="{E021AE29-22D9-4B9F-8E4D-8701F0F0EA0B}" presName="parentLeftMargin" presStyleLbl="node1" presStyleIdx="3" presStyleCnt="6"/>
      <dgm:spPr/>
    </dgm:pt>
    <dgm:pt modelId="{8196FE81-0BE3-4A96-A063-41BC9C397E05}" type="pres">
      <dgm:prSet presAssocID="{E021AE29-22D9-4B9F-8E4D-8701F0F0EA0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216A7A0-7719-49B1-8C9B-13801A7BE6A4}" type="pres">
      <dgm:prSet presAssocID="{E021AE29-22D9-4B9F-8E4D-8701F0F0EA0B}" presName="negativeSpace" presStyleCnt="0"/>
      <dgm:spPr/>
    </dgm:pt>
    <dgm:pt modelId="{4CFB9E8A-4C5C-4A9F-A5A5-E71CDD5283A2}" type="pres">
      <dgm:prSet presAssocID="{E021AE29-22D9-4B9F-8E4D-8701F0F0EA0B}" presName="childText" presStyleLbl="conFgAcc1" presStyleIdx="4" presStyleCnt="6">
        <dgm:presLayoutVars>
          <dgm:bulletEnabled val="1"/>
        </dgm:presLayoutVars>
      </dgm:prSet>
      <dgm:spPr/>
    </dgm:pt>
    <dgm:pt modelId="{AEE41417-1578-494E-8283-3FF449944401}" type="pres">
      <dgm:prSet presAssocID="{7718DD5E-13E1-45FC-9181-C1A3045A0180}" presName="spaceBetweenRectangles" presStyleCnt="0"/>
      <dgm:spPr/>
    </dgm:pt>
    <dgm:pt modelId="{634B8285-3E78-4EEA-8F56-5C6933FF2094}" type="pres">
      <dgm:prSet presAssocID="{2E2EFC55-057C-4525-8644-4578CDB65962}" presName="parentLin" presStyleCnt="0"/>
      <dgm:spPr/>
    </dgm:pt>
    <dgm:pt modelId="{231B10FC-9902-4840-B801-AA5260A9C4ED}" type="pres">
      <dgm:prSet presAssocID="{2E2EFC55-057C-4525-8644-4578CDB65962}" presName="parentLeftMargin" presStyleLbl="node1" presStyleIdx="4" presStyleCnt="6"/>
      <dgm:spPr/>
    </dgm:pt>
    <dgm:pt modelId="{24496669-E620-47BF-BBBD-6FD6D3081F93}" type="pres">
      <dgm:prSet presAssocID="{2E2EFC55-057C-4525-8644-4578CDB65962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6A4B34AD-A235-4D78-B864-19CF1E2376FB}" type="pres">
      <dgm:prSet presAssocID="{2E2EFC55-057C-4525-8644-4578CDB65962}" presName="negativeSpace" presStyleCnt="0"/>
      <dgm:spPr/>
    </dgm:pt>
    <dgm:pt modelId="{A25BDFBE-B5EA-4B7B-AB5D-3C6A9C0E7D98}" type="pres">
      <dgm:prSet presAssocID="{2E2EFC55-057C-4525-8644-4578CDB65962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16396E15-81D1-4626-ACB5-9FCC5AA2A353}" type="presOf" srcId="{3D36927D-DF3D-44FC-96F9-C867C6C6B86D}" destId="{877D2BB0-15D1-4089-BA40-C41FFCFB9E0D}" srcOrd="1" destOrd="0" presId="urn:microsoft.com/office/officeart/2005/8/layout/list1"/>
    <dgm:cxn modelId="{A29C0560-D310-47B8-AE05-B42FD0C1E381}" type="presOf" srcId="{2BCE8A17-A54B-489A-80EF-3E0253FFCE22}" destId="{A25BDFBE-B5EA-4B7B-AB5D-3C6A9C0E7D98}" srcOrd="0" destOrd="1" presId="urn:microsoft.com/office/officeart/2005/8/layout/list1"/>
    <dgm:cxn modelId="{14F3F842-0189-4872-9094-A8C31DF0E8FE}" srcId="{D137418B-0FE4-43FD-8073-E802BEB768C2}" destId="{2E2EFC55-057C-4525-8644-4578CDB65962}" srcOrd="5" destOrd="0" parTransId="{0B106E51-8694-41E2-B454-B5EF8B51F821}" sibTransId="{214E3109-0682-4673-AE2F-9C1AF4C69831}"/>
    <dgm:cxn modelId="{882A8564-82B9-4D41-A016-5BE96FA9C0DF}" type="presOf" srcId="{D137418B-0FE4-43FD-8073-E802BEB768C2}" destId="{139C107B-A6E2-4A81-A261-9ED4780473AD}" srcOrd="0" destOrd="0" presId="urn:microsoft.com/office/officeart/2005/8/layout/list1"/>
    <dgm:cxn modelId="{C201FB64-94FC-44A0-8417-E11102251849}" type="presOf" srcId="{BFC9F495-CA11-406B-BF36-87412A9D6FF0}" destId="{A25BDFBE-B5EA-4B7B-AB5D-3C6A9C0E7D98}" srcOrd="0" destOrd="0" presId="urn:microsoft.com/office/officeart/2005/8/layout/list1"/>
    <dgm:cxn modelId="{698CB082-AB27-4158-9E1F-2303E43875A8}" type="presOf" srcId="{299EFEE0-1D91-4976-ADAB-3B44CA638648}" destId="{AA064AF7-27F2-45F8-A609-F67E4E631EB3}" srcOrd="0" destOrd="0" presId="urn:microsoft.com/office/officeart/2005/8/layout/list1"/>
    <dgm:cxn modelId="{D18FF08B-E739-4B01-88F8-484D2B81E058}" type="presOf" srcId="{FB602FD7-66A9-4D4C-B5B6-3DC71EEA380C}" destId="{F6103555-91D4-49AB-8EDF-58A5B6FC62D4}" srcOrd="1" destOrd="0" presId="urn:microsoft.com/office/officeart/2005/8/layout/list1"/>
    <dgm:cxn modelId="{D934B58D-65B6-4E6E-884D-03BB38DF9CE9}" srcId="{D137418B-0FE4-43FD-8073-E802BEB768C2}" destId="{FB602FD7-66A9-4D4C-B5B6-3DC71EEA380C}" srcOrd="2" destOrd="0" parTransId="{03C6D798-FC24-4504-903C-7E97FC190AE1}" sibTransId="{BD2F09E5-5A5C-4FA0-802E-78E579C679F8}"/>
    <dgm:cxn modelId="{AFBCE499-A116-477C-BB0D-43E18742109C}" srcId="{D137418B-0FE4-43FD-8073-E802BEB768C2}" destId="{7479390B-7A75-4E19-A18C-077DF3A2DFC1}" srcOrd="1" destOrd="0" parTransId="{929CC188-267C-4FE4-86FD-481B244E4E40}" sibTransId="{57000FA9-BC07-44F7-9401-652169768B3F}"/>
    <dgm:cxn modelId="{0543069C-688C-4F6C-AB0E-3E05AE6A684F}" type="presOf" srcId="{7479390B-7A75-4E19-A18C-077DF3A2DFC1}" destId="{E65CA86F-9B70-465B-97D7-835DFB58DBF5}" srcOrd="1" destOrd="0" presId="urn:microsoft.com/office/officeart/2005/8/layout/list1"/>
    <dgm:cxn modelId="{4D6C23A7-FECC-4E05-B0DC-5B0E2BBD4803}" type="presOf" srcId="{299EFEE0-1D91-4976-ADAB-3B44CA638648}" destId="{B65E4A14-0C77-4271-BDD4-6D03957017C7}" srcOrd="1" destOrd="0" presId="urn:microsoft.com/office/officeart/2005/8/layout/list1"/>
    <dgm:cxn modelId="{59A97BA8-532D-4DF8-AE20-D2581FA3FE99}" type="presOf" srcId="{7479390B-7A75-4E19-A18C-077DF3A2DFC1}" destId="{BA2F4781-B303-4BBD-AA47-327D3B1B95CE}" srcOrd="0" destOrd="0" presId="urn:microsoft.com/office/officeart/2005/8/layout/list1"/>
    <dgm:cxn modelId="{E66B7BAB-4BB5-4839-A172-C530CFDC90E4}" type="presOf" srcId="{3D36927D-DF3D-44FC-96F9-C867C6C6B86D}" destId="{4DA8B274-5BDC-419B-95CC-12FDE5D006A1}" srcOrd="0" destOrd="0" presId="urn:microsoft.com/office/officeart/2005/8/layout/list1"/>
    <dgm:cxn modelId="{2FA867AD-5FB9-4383-8172-71C9EAC6C99B}" srcId="{2E2EFC55-057C-4525-8644-4578CDB65962}" destId="{BFC9F495-CA11-406B-BF36-87412A9D6FF0}" srcOrd="0" destOrd="0" parTransId="{8FAE0291-B61E-4613-9977-B7285C6F04C8}" sibTransId="{B289B78C-B85F-4B55-816E-1BFAE06AABBB}"/>
    <dgm:cxn modelId="{260457B1-F4A0-4061-9F10-6AE7EAA3819A}" type="presOf" srcId="{2E2EFC55-057C-4525-8644-4578CDB65962}" destId="{24496669-E620-47BF-BBBD-6FD6D3081F93}" srcOrd="1" destOrd="0" presId="urn:microsoft.com/office/officeart/2005/8/layout/list1"/>
    <dgm:cxn modelId="{1F306EB4-64C0-42A4-8FB5-5E276670D842}" type="presOf" srcId="{2E2EFC55-057C-4525-8644-4578CDB65962}" destId="{231B10FC-9902-4840-B801-AA5260A9C4ED}" srcOrd="0" destOrd="0" presId="urn:microsoft.com/office/officeart/2005/8/layout/list1"/>
    <dgm:cxn modelId="{ADCDF4B7-685B-41E2-9AE4-782E29B301A3}" type="presOf" srcId="{E021AE29-22D9-4B9F-8E4D-8701F0F0EA0B}" destId="{820323C6-FEAF-44A2-BEB8-A8D643C2F858}" srcOrd="0" destOrd="0" presId="urn:microsoft.com/office/officeart/2005/8/layout/list1"/>
    <dgm:cxn modelId="{2D7BF4CA-6C0E-40B7-B27E-A9FF05E7AD45}" srcId="{D137418B-0FE4-43FD-8073-E802BEB768C2}" destId="{299EFEE0-1D91-4976-ADAB-3B44CA638648}" srcOrd="3" destOrd="0" parTransId="{F2239D6E-3285-4A52-99E3-6C14442C0746}" sibTransId="{F243F9B9-46F7-47EF-9188-24F47F8E35B3}"/>
    <dgm:cxn modelId="{953A89CF-6DCB-4CE4-A6FA-8596A3E54507}" srcId="{D137418B-0FE4-43FD-8073-E802BEB768C2}" destId="{3D36927D-DF3D-44FC-96F9-C867C6C6B86D}" srcOrd="0" destOrd="0" parTransId="{87748AE2-A056-4A8C-B31E-D64A863D294F}" sibTransId="{C601C8C3-2304-4368-8FE9-91A2312972D0}"/>
    <dgm:cxn modelId="{062CBFD2-7F63-4A57-BFE8-6715A133DE38}" type="presOf" srcId="{E021AE29-22D9-4B9F-8E4D-8701F0F0EA0B}" destId="{8196FE81-0BE3-4A96-A063-41BC9C397E05}" srcOrd="1" destOrd="0" presId="urn:microsoft.com/office/officeart/2005/8/layout/list1"/>
    <dgm:cxn modelId="{EDE9DCEC-EEE8-4945-B3F9-E3F3B1B4E3EA}" type="presOf" srcId="{FB602FD7-66A9-4D4C-B5B6-3DC71EEA380C}" destId="{E2B1F282-0099-42F0-8D9A-522BA9463C27}" srcOrd="0" destOrd="0" presId="urn:microsoft.com/office/officeart/2005/8/layout/list1"/>
    <dgm:cxn modelId="{CC9414F5-7F2A-4705-B69B-6A23882BFADE}" srcId="{2E2EFC55-057C-4525-8644-4578CDB65962}" destId="{2BCE8A17-A54B-489A-80EF-3E0253FFCE22}" srcOrd="1" destOrd="0" parTransId="{AC93EFBD-AB68-4B24-BADA-2E5555FCA925}" sibTransId="{844B06F1-CC0A-40B1-B8DC-DAC91A19F774}"/>
    <dgm:cxn modelId="{EBC0C5F6-7B9E-47B8-ABA1-FD5BE16C970F}" srcId="{D137418B-0FE4-43FD-8073-E802BEB768C2}" destId="{E021AE29-22D9-4B9F-8E4D-8701F0F0EA0B}" srcOrd="4" destOrd="0" parTransId="{B6FB4DD0-E69B-48AD-9603-6B8410BE9218}" sibTransId="{7718DD5E-13E1-45FC-9181-C1A3045A0180}"/>
    <dgm:cxn modelId="{1F9E9C99-50FB-4AC1-A11C-C3C45DDFD91C}" type="presParOf" srcId="{139C107B-A6E2-4A81-A261-9ED4780473AD}" destId="{02971AAB-0184-4361-9098-7583149EE53D}" srcOrd="0" destOrd="0" presId="urn:microsoft.com/office/officeart/2005/8/layout/list1"/>
    <dgm:cxn modelId="{2B21346A-2A97-4B73-9941-86DEF77FE17E}" type="presParOf" srcId="{02971AAB-0184-4361-9098-7583149EE53D}" destId="{4DA8B274-5BDC-419B-95CC-12FDE5D006A1}" srcOrd="0" destOrd="0" presId="urn:microsoft.com/office/officeart/2005/8/layout/list1"/>
    <dgm:cxn modelId="{1A9F7F40-91EE-4EDB-B1AE-63C8C18B3D6C}" type="presParOf" srcId="{02971AAB-0184-4361-9098-7583149EE53D}" destId="{877D2BB0-15D1-4089-BA40-C41FFCFB9E0D}" srcOrd="1" destOrd="0" presId="urn:microsoft.com/office/officeart/2005/8/layout/list1"/>
    <dgm:cxn modelId="{0BF66BE7-2280-465E-8FF3-B72E1CEDB7CB}" type="presParOf" srcId="{139C107B-A6E2-4A81-A261-9ED4780473AD}" destId="{D8A717D9-3D93-47F2-8794-FD5C2718049C}" srcOrd="1" destOrd="0" presId="urn:microsoft.com/office/officeart/2005/8/layout/list1"/>
    <dgm:cxn modelId="{79E46DA7-9D3F-46D2-ADE7-7960BA9E241A}" type="presParOf" srcId="{139C107B-A6E2-4A81-A261-9ED4780473AD}" destId="{9FBFE969-0B27-4795-9CE4-317CE466F4AA}" srcOrd="2" destOrd="0" presId="urn:microsoft.com/office/officeart/2005/8/layout/list1"/>
    <dgm:cxn modelId="{B152FE75-A049-45C0-8844-F64C7843FC44}" type="presParOf" srcId="{139C107B-A6E2-4A81-A261-9ED4780473AD}" destId="{773E5B1F-81AA-4920-8ADF-8584CD270808}" srcOrd="3" destOrd="0" presId="urn:microsoft.com/office/officeart/2005/8/layout/list1"/>
    <dgm:cxn modelId="{013F3A4C-CF33-42F5-9635-BCD8CC14CAC8}" type="presParOf" srcId="{139C107B-A6E2-4A81-A261-9ED4780473AD}" destId="{AAC82B7F-A0B3-4EBC-B50D-32653581D369}" srcOrd="4" destOrd="0" presId="urn:microsoft.com/office/officeart/2005/8/layout/list1"/>
    <dgm:cxn modelId="{CD26DDAB-E5B0-4D0E-B8FE-2ADDEA840870}" type="presParOf" srcId="{AAC82B7F-A0B3-4EBC-B50D-32653581D369}" destId="{BA2F4781-B303-4BBD-AA47-327D3B1B95CE}" srcOrd="0" destOrd="0" presId="urn:microsoft.com/office/officeart/2005/8/layout/list1"/>
    <dgm:cxn modelId="{88CA3D57-5E86-4EAF-864F-DF3497E844A5}" type="presParOf" srcId="{AAC82B7F-A0B3-4EBC-B50D-32653581D369}" destId="{E65CA86F-9B70-465B-97D7-835DFB58DBF5}" srcOrd="1" destOrd="0" presId="urn:microsoft.com/office/officeart/2005/8/layout/list1"/>
    <dgm:cxn modelId="{2B4ABFCD-C6EA-48DB-999A-3A8B42B7C0F9}" type="presParOf" srcId="{139C107B-A6E2-4A81-A261-9ED4780473AD}" destId="{03888974-4168-48E0-A8F3-8D581E9E5C9D}" srcOrd="5" destOrd="0" presId="urn:microsoft.com/office/officeart/2005/8/layout/list1"/>
    <dgm:cxn modelId="{89E5953D-E9E0-4A77-A995-270508F43AD2}" type="presParOf" srcId="{139C107B-A6E2-4A81-A261-9ED4780473AD}" destId="{B35A8372-0F1B-48D6-A015-51E7DD907E85}" srcOrd="6" destOrd="0" presId="urn:microsoft.com/office/officeart/2005/8/layout/list1"/>
    <dgm:cxn modelId="{EF519330-3CBB-423F-977D-5738C6F47B02}" type="presParOf" srcId="{139C107B-A6E2-4A81-A261-9ED4780473AD}" destId="{ADDED74D-127B-4AAE-82A0-F00CF57509BF}" srcOrd="7" destOrd="0" presId="urn:microsoft.com/office/officeart/2005/8/layout/list1"/>
    <dgm:cxn modelId="{F629D574-F21B-4AC9-A19C-19830E3378C0}" type="presParOf" srcId="{139C107B-A6E2-4A81-A261-9ED4780473AD}" destId="{C83465F4-62C7-4EC8-A5B4-F95C5B949420}" srcOrd="8" destOrd="0" presId="urn:microsoft.com/office/officeart/2005/8/layout/list1"/>
    <dgm:cxn modelId="{434DEE86-1300-49D9-89BD-4906423AF9E7}" type="presParOf" srcId="{C83465F4-62C7-4EC8-A5B4-F95C5B949420}" destId="{E2B1F282-0099-42F0-8D9A-522BA9463C27}" srcOrd="0" destOrd="0" presId="urn:microsoft.com/office/officeart/2005/8/layout/list1"/>
    <dgm:cxn modelId="{50E19023-F6DD-42E7-A6AC-0C53FBDF8166}" type="presParOf" srcId="{C83465F4-62C7-4EC8-A5B4-F95C5B949420}" destId="{F6103555-91D4-49AB-8EDF-58A5B6FC62D4}" srcOrd="1" destOrd="0" presId="urn:microsoft.com/office/officeart/2005/8/layout/list1"/>
    <dgm:cxn modelId="{E13DA8A6-8AB0-4497-8C5A-371451003786}" type="presParOf" srcId="{139C107B-A6E2-4A81-A261-9ED4780473AD}" destId="{F304A040-E019-4224-8F6C-9777A81A06C4}" srcOrd="9" destOrd="0" presId="urn:microsoft.com/office/officeart/2005/8/layout/list1"/>
    <dgm:cxn modelId="{474BFF45-CF95-4DA9-BCDF-C6468643F7EA}" type="presParOf" srcId="{139C107B-A6E2-4A81-A261-9ED4780473AD}" destId="{76DCF305-16BC-4FA2-AD8B-6000F92C0FD1}" srcOrd="10" destOrd="0" presId="urn:microsoft.com/office/officeart/2005/8/layout/list1"/>
    <dgm:cxn modelId="{329B9396-B687-4A19-A6C5-545675125666}" type="presParOf" srcId="{139C107B-A6E2-4A81-A261-9ED4780473AD}" destId="{2B422FA5-EFFC-4EF9-AFC8-8E5EA9FE0999}" srcOrd="11" destOrd="0" presId="urn:microsoft.com/office/officeart/2005/8/layout/list1"/>
    <dgm:cxn modelId="{97C125D5-63B2-42FB-B572-C1BCA61E4C28}" type="presParOf" srcId="{139C107B-A6E2-4A81-A261-9ED4780473AD}" destId="{6592132E-28F5-4935-BCD6-40ED68D8E580}" srcOrd="12" destOrd="0" presId="urn:microsoft.com/office/officeart/2005/8/layout/list1"/>
    <dgm:cxn modelId="{7D4C5351-DB3B-4D3A-8C81-F70A3CC10979}" type="presParOf" srcId="{6592132E-28F5-4935-BCD6-40ED68D8E580}" destId="{AA064AF7-27F2-45F8-A609-F67E4E631EB3}" srcOrd="0" destOrd="0" presId="urn:microsoft.com/office/officeart/2005/8/layout/list1"/>
    <dgm:cxn modelId="{69BF44C1-6D04-49CE-AC00-E77E541DC1AD}" type="presParOf" srcId="{6592132E-28F5-4935-BCD6-40ED68D8E580}" destId="{B65E4A14-0C77-4271-BDD4-6D03957017C7}" srcOrd="1" destOrd="0" presId="urn:microsoft.com/office/officeart/2005/8/layout/list1"/>
    <dgm:cxn modelId="{E88780B2-73D3-40A8-BC30-CF288CF53246}" type="presParOf" srcId="{139C107B-A6E2-4A81-A261-9ED4780473AD}" destId="{2694ACC2-C4F1-403B-9C75-8D1C89E7AAB6}" srcOrd="13" destOrd="0" presId="urn:microsoft.com/office/officeart/2005/8/layout/list1"/>
    <dgm:cxn modelId="{4C20FBF8-2882-4995-BFA2-BBCE19CDF200}" type="presParOf" srcId="{139C107B-A6E2-4A81-A261-9ED4780473AD}" destId="{0D23506C-56A6-4EE8-BA79-07F961E838C2}" srcOrd="14" destOrd="0" presId="urn:microsoft.com/office/officeart/2005/8/layout/list1"/>
    <dgm:cxn modelId="{5AC26087-F824-43D1-8230-EDC5128CE111}" type="presParOf" srcId="{139C107B-A6E2-4A81-A261-9ED4780473AD}" destId="{0727E5DD-A343-4C70-B874-5072EF80A78E}" srcOrd="15" destOrd="0" presId="urn:microsoft.com/office/officeart/2005/8/layout/list1"/>
    <dgm:cxn modelId="{BFD8C830-C0B8-49E4-BED1-91CACEC900B8}" type="presParOf" srcId="{139C107B-A6E2-4A81-A261-9ED4780473AD}" destId="{F82C3DAD-E525-47B2-A9E1-CB04D399E149}" srcOrd="16" destOrd="0" presId="urn:microsoft.com/office/officeart/2005/8/layout/list1"/>
    <dgm:cxn modelId="{7B6663BE-15E2-43E7-9241-B524A832A630}" type="presParOf" srcId="{F82C3DAD-E525-47B2-A9E1-CB04D399E149}" destId="{820323C6-FEAF-44A2-BEB8-A8D643C2F858}" srcOrd="0" destOrd="0" presId="urn:microsoft.com/office/officeart/2005/8/layout/list1"/>
    <dgm:cxn modelId="{4DFA456A-6E7A-41FD-A754-E78D242325E2}" type="presParOf" srcId="{F82C3DAD-E525-47B2-A9E1-CB04D399E149}" destId="{8196FE81-0BE3-4A96-A063-41BC9C397E05}" srcOrd="1" destOrd="0" presId="urn:microsoft.com/office/officeart/2005/8/layout/list1"/>
    <dgm:cxn modelId="{BADE5ABB-D2D9-4586-A0EF-FFA11555A16B}" type="presParOf" srcId="{139C107B-A6E2-4A81-A261-9ED4780473AD}" destId="{A216A7A0-7719-49B1-8C9B-13801A7BE6A4}" srcOrd="17" destOrd="0" presId="urn:microsoft.com/office/officeart/2005/8/layout/list1"/>
    <dgm:cxn modelId="{8B8EDC2C-11D7-48D4-AEA7-F431B2458193}" type="presParOf" srcId="{139C107B-A6E2-4A81-A261-9ED4780473AD}" destId="{4CFB9E8A-4C5C-4A9F-A5A5-E71CDD5283A2}" srcOrd="18" destOrd="0" presId="urn:microsoft.com/office/officeart/2005/8/layout/list1"/>
    <dgm:cxn modelId="{5940C661-F183-4958-87FB-912B0FD4520A}" type="presParOf" srcId="{139C107B-A6E2-4A81-A261-9ED4780473AD}" destId="{AEE41417-1578-494E-8283-3FF449944401}" srcOrd="19" destOrd="0" presId="urn:microsoft.com/office/officeart/2005/8/layout/list1"/>
    <dgm:cxn modelId="{63863E6D-F1BE-4229-8FE8-D0936A4B1C11}" type="presParOf" srcId="{139C107B-A6E2-4A81-A261-9ED4780473AD}" destId="{634B8285-3E78-4EEA-8F56-5C6933FF2094}" srcOrd="20" destOrd="0" presId="urn:microsoft.com/office/officeart/2005/8/layout/list1"/>
    <dgm:cxn modelId="{4679EC1B-09B5-49F7-8355-A7E67A61D910}" type="presParOf" srcId="{634B8285-3E78-4EEA-8F56-5C6933FF2094}" destId="{231B10FC-9902-4840-B801-AA5260A9C4ED}" srcOrd="0" destOrd="0" presId="urn:microsoft.com/office/officeart/2005/8/layout/list1"/>
    <dgm:cxn modelId="{A669A8BD-24B0-41F4-A4DA-4396DA93A081}" type="presParOf" srcId="{634B8285-3E78-4EEA-8F56-5C6933FF2094}" destId="{24496669-E620-47BF-BBBD-6FD6D3081F93}" srcOrd="1" destOrd="0" presId="urn:microsoft.com/office/officeart/2005/8/layout/list1"/>
    <dgm:cxn modelId="{BD30BEBB-7B33-417E-B2F0-B6790E6507FE}" type="presParOf" srcId="{139C107B-A6E2-4A81-A261-9ED4780473AD}" destId="{6A4B34AD-A235-4D78-B864-19CF1E2376FB}" srcOrd="21" destOrd="0" presId="urn:microsoft.com/office/officeart/2005/8/layout/list1"/>
    <dgm:cxn modelId="{224A2137-7F66-4CFE-A6E0-E9D4010D6F07}" type="presParOf" srcId="{139C107B-A6E2-4A81-A261-9ED4780473AD}" destId="{A25BDFBE-B5EA-4B7B-AB5D-3C6A9C0E7D98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BCCC81-FBDA-4DCD-A8D3-830D4292BFA5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5B0210-B818-471B-B9D1-DB84AE8B7E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1. Data Collection</a:t>
          </a:r>
        </a:p>
      </dgm:t>
    </dgm:pt>
    <dgm:pt modelId="{9AAE5FE2-D76A-4C94-86CF-F5EDC5EC72F9}" type="parTrans" cxnId="{771A7DA7-2031-4E5C-BFA8-CDA30CEF5B1E}">
      <dgm:prSet/>
      <dgm:spPr/>
      <dgm:t>
        <a:bodyPr/>
        <a:lstStyle/>
        <a:p>
          <a:endParaRPr lang="en-US"/>
        </a:p>
      </dgm:t>
    </dgm:pt>
    <dgm:pt modelId="{038A8213-4F47-45E8-891F-1E6EA4C99E61}" type="sibTrans" cxnId="{771A7DA7-2031-4E5C-BFA8-CDA30CEF5B1E}">
      <dgm:prSet/>
      <dgm:spPr/>
      <dgm:t>
        <a:bodyPr/>
        <a:lstStyle/>
        <a:p>
          <a:endParaRPr lang="en-US"/>
        </a:p>
      </dgm:t>
    </dgm:pt>
    <dgm:pt modelId="{A41391BD-2B2C-4847-B98D-E3623485B6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2. Data Preprocessing</a:t>
          </a:r>
        </a:p>
      </dgm:t>
    </dgm:pt>
    <dgm:pt modelId="{F01F9FE4-31D3-4799-B163-C10C2954406C}" type="parTrans" cxnId="{BFD4F32C-85AB-423A-8A56-3E188D6A5448}">
      <dgm:prSet/>
      <dgm:spPr/>
      <dgm:t>
        <a:bodyPr/>
        <a:lstStyle/>
        <a:p>
          <a:endParaRPr lang="en-US"/>
        </a:p>
      </dgm:t>
    </dgm:pt>
    <dgm:pt modelId="{30F39447-53F3-4272-BB66-053E065EC246}" type="sibTrans" cxnId="{BFD4F32C-85AB-423A-8A56-3E188D6A5448}">
      <dgm:prSet/>
      <dgm:spPr/>
      <dgm:t>
        <a:bodyPr/>
        <a:lstStyle/>
        <a:p>
          <a:endParaRPr lang="en-US"/>
        </a:p>
      </dgm:t>
    </dgm:pt>
    <dgm:pt modelId="{AEAFDD84-B708-4C75-8CBA-1ADC09CC1B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4. Model Training &amp; prediction</a:t>
          </a:r>
        </a:p>
      </dgm:t>
    </dgm:pt>
    <dgm:pt modelId="{ABD71F59-2969-4798-850C-859159F7AB80}" type="parTrans" cxnId="{1BE0A8B1-E820-449C-B8BD-7B0C14F20216}">
      <dgm:prSet/>
      <dgm:spPr/>
      <dgm:t>
        <a:bodyPr/>
        <a:lstStyle/>
        <a:p>
          <a:endParaRPr lang="en-US"/>
        </a:p>
      </dgm:t>
    </dgm:pt>
    <dgm:pt modelId="{20641607-1B21-42EF-993F-2067F896DF47}" type="sibTrans" cxnId="{1BE0A8B1-E820-449C-B8BD-7B0C14F20216}">
      <dgm:prSet/>
      <dgm:spPr/>
      <dgm:t>
        <a:bodyPr/>
        <a:lstStyle/>
        <a:p>
          <a:endParaRPr lang="en-US"/>
        </a:p>
      </dgm:t>
    </dgm:pt>
    <dgm:pt modelId="{D74AFBF9-7722-4AD4-B5D6-68D164F9D2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6. Final Insights</a:t>
          </a:r>
        </a:p>
      </dgm:t>
    </dgm:pt>
    <dgm:pt modelId="{00B8EF9A-FCD4-4E6D-9D36-2E5817A96C04}" type="parTrans" cxnId="{E7C0E3FF-371F-4FBA-AA31-7801FD29E124}">
      <dgm:prSet/>
      <dgm:spPr/>
      <dgm:t>
        <a:bodyPr/>
        <a:lstStyle/>
        <a:p>
          <a:endParaRPr lang="en-US"/>
        </a:p>
      </dgm:t>
    </dgm:pt>
    <dgm:pt modelId="{BC44AE57-5C67-43D9-AB38-2D224AB1EC59}" type="sibTrans" cxnId="{E7C0E3FF-371F-4FBA-AA31-7801FD29E124}">
      <dgm:prSet/>
      <dgm:spPr/>
      <dgm:t>
        <a:bodyPr/>
        <a:lstStyle/>
        <a:p>
          <a:endParaRPr lang="en-US"/>
        </a:p>
      </dgm:t>
    </dgm:pt>
    <dgm:pt modelId="{7D514420-DDDF-43A9-9BED-7E12E8E9558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5. Explainable AI (XAI) Layer</a:t>
          </a:r>
          <a:endParaRPr lang="en-US" dirty="0"/>
        </a:p>
      </dgm:t>
    </dgm:pt>
    <dgm:pt modelId="{AC78DFD8-16D9-428B-949F-355599F53A91}" type="parTrans" cxnId="{089C3698-9D29-4DCB-AB85-E96503BAAC4A}">
      <dgm:prSet/>
      <dgm:spPr/>
      <dgm:t>
        <a:bodyPr/>
        <a:lstStyle/>
        <a:p>
          <a:endParaRPr lang="en-IN"/>
        </a:p>
      </dgm:t>
    </dgm:pt>
    <dgm:pt modelId="{AF1EF44B-085F-4E4D-9EB6-C95502129856}" type="sibTrans" cxnId="{089C3698-9D29-4DCB-AB85-E96503BAAC4A}">
      <dgm:prSet/>
      <dgm:spPr/>
      <dgm:t>
        <a:bodyPr/>
        <a:lstStyle/>
        <a:p>
          <a:endParaRPr lang="en-IN"/>
        </a:p>
      </dgm:t>
    </dgm:pt>
    <dgm:pt modelId="{D889D988-E8E1-483A-A56E-D119D5EE27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3. Feature Engineering</a:t>
          </a:r>
        </a:p>
      </dgm:t>
    </dgm:pt>
    <dgm:pt modelId="{11177166-1C36-451D-A3EE-672012961EBC}" type="parTrans" cxnId="{F9BE83D9-65BD-49E8-B0C6-A51AC6C405B7}">
      <dgm:prSet/>
      <dgm:spPr/>
      <dgm:t>
        <a:bodyPr/>
        <a:lstStyle/>
        <a:p>
          <a:endParaRPr lang="en-IN"/>
        </a:p>
      </dgm:t>
    </dgm:pt>
    <dgm:pt modelId="{775B2497-466A-45E7-B285-F51EBAE738FF}" type="sibTrans" cxnId="{F9BE83D9-65BD-49E8-B0C6-A51AC6C405B7}">
      <dgm:prSet/>
      <dgm:spPr/>
      <dgm:t>
        <a:bodyPr/>
        <a:lstStyle/>
        <a:p>
          <a:endParaRPr lang="en-IN"/>
        </a:p>
      </dgm:t>
    </dgm:pt>
    <dgm:pt modelId="{2C9A23A6-A3F9-47B1-AA4F-0BEF885245BF}" type="pres">
      <dgm:prSet presAssocID="{2FBCCC81-FBDA-4DCD-A8D3-830D4292BFA5}" presName="vert0" presStyleCnt="0">
        <dgm:presLayoutVars>
          <dgm:dir/>
          <dgm:animOne val="branch"/>
          <dgm:animLvl val="lvl"/>
        </dgm:presLayoutVars>
      </dgm:prSet>
      <dgm:spPr/>
    </dgm:pt>
    <dgm:pt modelId="{8A2FE72F-7092-4339-AECF-58CF36300D87}" type="pres">
      <dgm:prSet presAssocID="{375B0210-B818-471B-B9D1-DB84AE8B7E79}" presName="thickLine" presStyleLbl="alignNode1" presStyleIdx="0" presStyleCnt="6"/>
      <dgm:spPr/>
    </dgm:pt>
    <dgm:pt modelId="{D4082DCB-B853-4453-B088-55473CD4414C}" type="pres">
      <dgm:prSet presAssocID="{375B0210-B818-471B-B9D1-DB84AE8B7E79}" presName="horz1" presStyleCnt="0"/>
      <dgm:spPr/>
    </dgm:pt>
    <dgm:pt modelId="{D2551DBA-8D26-44DA-AFD5-A51C77C94474}" type="pres">
      <dgm:prSet presAssocID="{375B0210-B818-471B-B9D1-DB84AE8B7E79}" presName="tx1" presStyleLbl="revTx" presStyleIdx="0" presStyleCnt="6"/>
      <dgm:spPr/>
    </dgm:pt>
    <dgm:pt modelId="{A0B25D72-EA17-46FE-9156-97CBEBAD41C2}" type="pres">
      <dgm:prSet presAssocID="{375B0210-B818-471B-B9D1-DB84AE8B7E79}" presName="vert1" presStyleCnt="0"/>
      <dgm:spPr/>
    </dgm:pt>
    <dgm:pt modelId="{0FEB2951-C96D-4A0C-8D4F-BBC4721391E0}" type="pres">
      <dgm:prSet presAssocID="{A41391BD-2B2C-4847-B98D-E3623485B6BA}" presName="thickLine" presStyleLbl="alignNode1" presStyleIdx="1" presStyleCnt="6"/>
      <dgm:spPr/>
    </dgm:pt>
    <dgm:pt modelId="{9BD68C7F-1B44-44BB-AF6A-DB0F3897DBC0}" type="pres">
      <dgm:prSet presAssocID="{A41391BD-2B2C-4847-B98D-E3623485B6BA}" presName="horz1" presStyleCnt="0"/>
      <dgm:spPr/>
    </dgm:pt>
    <dgm:pt modelId="{C4F5269A-AD60-4985-9C57-AD6ABCF5581C}" type="pres">
      <dgm:prSet presAssocID="{A41391BD-2B2C-4847-B98D-E3623485B6BA}" presName="tx1" presStyleLbl="revTx" presStyleIdx="1" presStyleCnt="6"/>
      <dgm:spPr/>
    </dgm:pt>
    <dgm:pt modelId="{D3717E19-1971-47B5-AA9B-1661CA29E982}" type="pres">
      <dgm:prSet presAssocID="{A41391BD-2B2C-4847-B98D-E3623485B6BA}" presName="vert1" presStyleCnt="0"/>
      <dgm:spPr/>
    </dgm:pt>
    <dgm:pt modelId="{942CA8AD-0F92-439D-AFA8-35CAB018BAFF}" type="pres">
      <dgm:prSet presAssocID="{D889D988-E8E1-483A-A56E-D119D5EE2736}" presName="thickLine" presStyleLbl="alignNode1" presStyleIdx="2" presStyleCnt="6"/>
      <dgm:spPr/>
    </dgm:pt>
    <dgm:pt modelId="{B0B0714D-0533-432F-A41C-E0F56A6A247F}" type="pres">
      <dgm:prSet presAssocID="{D889D988-E8E1-483A-A56E-D119D5EE2736}" presName="horz1" presStyleCnt="0"/>
      <dgm:spPr/>
    </dgm:pt>
    <dgm:pt modelId="{AFA18EE5-3312-4D64-A2F6-F804B4DB3009}" type="pres">
      <dgm:prSet presAssocID="{D889D988-E8E1-483A-A56E-D119D5EE2736}" presName="tx1" presStyleLbl="revTx" presStyleIdx="2" presStyleCnt="6"/>
      <dgm:spPr/>
    </dgm:pt>
    <dgm:pt modelId="{AB6C359E-883D-459B-89EB-83E9C87F4D1C}" type="pres">
      <dgm:prSet presAssocID="{D889D988-E8E1-483A-A56E-D119D5EE2736}" presName="vert1" presStyleCnt="0"/>
      <dgm:spPr/>
    </dgm:pt>
    <dgm:pt modelId="{241B2153-E609-46C2-8065-B62E7E62D3E0}" type="pres">
      <dgm:prSet presAssocID="{AEAFDD84-B708-4C75-8CBA-1ADC09CC1B02}" presName="thickLine" presStyleLbl="alignNode1" presStyleIdx="3" presStyleCnt="6"/>
      <dgm:spPr/>
    </dgm:pt>
    <dgm:pt modelId="{90E16012-8264-432E-B16D-A91BACB342F1}" type="pres">
      <dgm:prSet presAssocID="{AEAFDD84-B708-4C75-8CBA-1ADC09CC1B02}" presName="horz1" presStyleCnt="0"/>
      <dgm:spPr/>
    </dgm:pt>
    <dgm:pt modelId="{53259422-B6A7-4E47-BFA5-8D84B6897356}" type="pres">
      <dgm:prSet presAssocID="{AEAFDD84-B708-4C75-8CBA-1ADC09CC1B02}" presName="tx1" presStyleLbl="revTx" presStyleIdx="3" presStyleCnt="6"/>
      <dgm:spPr/>
    </dgm:pt>
    <dgm:pt modelId="{437CEB67-EEBA-4A8C-9DAC-E00A95BBC05F}" type="pres">
      <dgm:prSet presAssocID="{AEAFDD84-B708-4C75-8CBA-1ADC09CC1B02}" presName="vert1" presStyleCnt="0"/>
      <dgm:spPr/>
    </dgm:pt>
    <dgm:pt modelId="{B531B8D7-D747-4474-899B-7B1CA5A4F8DB}" type="pres">
      <dgm:prSet presAssocID="{7D514420-DDDF-43A9-9BED-7E12E8E9558D}" presName="thickLine" presStyleLbl="alignNode1" presStyleIdx="4" presStyleCnt="6"/>
      <dgm:spPr/>
    </dgm:pt>
    <dgm:pt modelId="{0A8E2810-6F58-4A32-963F-7A45530D1ABC}" type="pres">
      <dgm:prSet presAssocID="{7D514420-DDDF-43A9-9BED-7E12E8E9558D}" presName="horz1" presStyleCnt="0"/>
      <dgm:spPr/>
    </dgm:pt>
    <dgm:pt modelId="{EA74CE7A-036D-4EA2-B642-BD152989DC5D}" type="pres">
      <dgm:prSet presAssocID="{7D514420-DDDF-43A9-9BED-7E12E8E9558D}" presName="tx1" presStyleLbl="revTx" presStyleIdx="4" presStyleCnt="6"/>
      <dgm:spPr/>
    </dgm:pt>
    <dgm:pt modelId="{A6206790-566A-4E0B-A0E4-3A22C3D81A45}" type="pres">
      <dgm:prSet presAssocID="{7D514420-DDDF-43A9-9BED-7E12E8E9558D}" presName="vert1" presStyleCnt="0"/>
      <dgm:spPr/>
    </dgm:pt>
    <dgm:pt modelId="{1ECC7C34-E355-498C-BEE3-E69CD4DC5536}" type="pres">
      <dgm:prSet presAssocID="{D74AFBF9-7722-4AD4-B5D6-68D164F9D226}" presName="thickLine" presStyleLbl="alignNode1" presStyleIdx="5" presStyleCnt="6"/>
      <dgm:spPr/>
    </dgm:pt>
    <dgm:pt modelId="{9174D08D-D296-425B-AABF-43B154FCF818}" type="pres">
      <dgm:prSet presAssocID="{D74AFBF9-7722-4AD4-B5D6-68D164F9D226}" presName="horz1" presStyleCnt="0"/>
      <dgm:spPr/>
    </dgm:pt>
    <dgm:pt modelId="{F2A2F20C-622B-4DD9-971E-FBB920346E53}" type="pres">
      <dgm:prSet presAssocID="{D74AFBF9-7722-4AD4-B5D6-68D164F9D226}" presName="tx1" presStyleLbl="revTx" presStyleIdx="5" presStyleCnt="6"/>
      <dgm:spPr/>
    </dgm:pt>
    <dgm:pt modelId="{97BD2AD6-C18E-44CA-B4E9-E7D7FC861943}" type="pres">
      <dgm:prSet presAssocID="{D74AFBF9-7722-4AD4-B5D6-68D164F9D226}" presName="vert1" presStyleCnt="0"/>
      <dgm:spPr/>
    </dgm:pt>
  </dgm:ptLst>
  <dgm:cxnLst>
    <dgm:cxn modelId="{379D9505-344D-4371-956A-195E47B21963}" type="presOf" srcId="{7D514420-DDDF-43A9-9BED-7E12E8E9558D}" destId="{EA74CE7A-036D-4EA2-B642-BD152989DC5D}" srcOrd="0" destOrd="0" presId="urn:microsoft.com/office/officeart/2008/layout/LinedList"/>
    <dgm:cxn modelId="{BFD4F32C-85AB-423A-8A56-3E188D6A5448}" srcId="{2FBCCC81-FBDA-4DCD-A8D3-830D4292BFA5}" destId="{A41391BD-2B2C-4847-B98D-E3623485B6BA}" srcOrd="1" destOrd="0" parTransId="{F01F9FE4-31D3-4799-B163-C10C2954406C}" sibTransId="{30F39447-53F3-4272-BB66-053E065EC246}"/>
    <dgm:cxn modelId="{A51CE165-5422-4837-8F63-8AA233D0DCB0}" type="presOf" srcId="{375B0210-B818-471B-B9D1-DB84AE8B7E79}" destId="{D2551DBA-8D26-44DA-AFD5-A51C77C94474}" srcOrd="0" destOrd="0" presId="urn:microsoft.com/office/officeart/2008/layout/LinedList"/>
    <dgm:cxn modelId="{D2F6DD46-1FD8-4FE8-9801-0BAA9CB66B5F}" type="presOf" srcId="{2FBCCC81-FBDA-4DCD-A8D3-830D4292BFA5}" destId="{2C9A23A6-A3F9-47B1-AA4F-0BEF885245BF}" srcOrd="0" destOrd="0" presId="urn:microsoft.com/office/officeart/2008/layout/LinedList"/>
    <dgm:cxn modelId="{CCD86681-1BE1-4E46-91E1-F307E064A9A1}" type="presOf" srcId="{A41391BD-2B2C-4847-B98D-E3623485B6BA}" destId="{C4F5269A-AD60-4985-9C57-AD6ABCF5581C}" srcOrd="0" destOrd="0" presId="urn:microsoft.com/office/officeart/2008/layout/LinedList"/>
    <dgm:cxn modelId="{7D133983-18A1-444E-9C31-3715D5448CDC}" type="presOf" srcId="{D889D988-E8E1-483A-A56E-D119D5EE2736}" destId="{AFA18EE5-3312-4D64-A2F6-F804B4DB3009}" srcOrd="0" destOrd="0" presId="urn:microsoft.com/office/officeart/2008/layout/LinedList"/>
    <dgm:cxn modelId="{089C3698-9D29-4DCB-AB85-E96503BAAC4A}" srcId="{2FBCCC81-FBDA-4DCD-A8D3-830D4292BFA5}" destId="{7D514420-DDDF-43A9-9BED-7E12E8E9558D}" srcOrd="4" destOrd="0" parTransId="{AC78DFD8-16D9-428B-949F-355599F53A91}" sibTransId="{AF1EF44B-085F-4E4D-9EB6-C95502129856}"/>
    <dgm:cxn modelId="{771A7DA7-2031-4E5C-BFA8-CDA30CEF5B1E}" srcId="{2FBCCC81-FBDA-4DCD-A8D3-830D4292BFA5}" destId="{375B0210-B818-471B-B9D1-DB84AE8B7E79}" srcOrd="0" destOrd="0" parTransId="{9AAE5FE2-D76A-4C94-86CF-F5EDC5EC72F9}" sibTransId="{038A8213-4F47-45E8-891F-1E6EA4C99E61}"/>
    <dgm:cxn modelId="{1BE0A8B1-E820-449C-B8BD-7B0C14F20216}" srcId="{2FBCCC81-FBDA-4DCD-A8D3-830D4292BFA5}" destId="{AEAFDD84-B708-4C75-8CBA-1ADC09CC1B02}" srcOrd="3" destOrd="0" parTransId="{ABD71F59-2969-4798-850C-859159F7AB80}" sibTransId="{20641607-1B21-42EF-993F-2067F896DF47}"/>
    <dgm:cxn modelId="{3D856FC9-36B2-41B4-9D77-45504D8B74C6}" type="presOf" srcId="{D74AFBF9-7722-4AD4-B5D6-68D164F9D226}" destId="{F2A2F20C-622B-4DD9-971E-FBB920346E53}" srcOrd="0" destOrd="0" presId="urn:microsoft.com/office/officeart/2008/layout/LinedList"/>
    <dgm:cxn modelId="{C5E18DD6-41FD-48F2-86E2-A1A7C43A8AD5}" type="presOf" srcId="{AEAFDD84-B708-4C75-8CBA-1ADC09CC1B02}" destId="{53259422-B6A7-4E47-BFA5-8D84B6897356}" srcOrd="0" destOrd="0" presId="urn:microsoft.com/office/officeart/2008/layout/LinedList"/>
    <dgm:cxn modelId="{F9BE83D9-65BD-49E8-B0C6-A51AC6C405B7}" srcId="{2FBCCC81-FBDA-4DCD-A8D3-830D4292BFA5}" destId="{D889D988-E8E1-483A-A56E-D119D5EE2736}" srcOrd="2" destOrd="0" parTransId="{11177166-1C36-451D-A3EE-672012961EBC}" sibTransId="{775B2497-466A-45E7-B285-F51EBAE738FF}"/>
    <dgm:cxn modelId="{E7C0E3FF-371F-4FBA-AA31-7801FD29E124}" srcId="{2FBCCC81-FBDA-4DCD-A8D3-830D4292BFA5}" destId="{D74AFBF9-7722-4AD4-B5D6-68D164F9D226}" srcOrd="5" destOrd="0" parTransId="{00B8EF9A-FCD4-4E6D-9D36-2E5817A96C04}" sibTransId="{BC44AE57-5C67-43D9-AB38-2D224AB1EC59}"/>
    <dgm:cxn modelId="{D76B9BA9-4EFF-46BF-9DA9-2F771CF8134A}" type="presParOf" srcId="{2C9A23A6-A3F9-47B1-AA4F-0BEF885245BF}" destId="{8A2FE72F-7092-4339-AECF-58CF36300D87}" srcOrd="0" destOrd="0" presId="urn:microsoft.com/office/officeart/2008/layout/LinedList"/>
    <dgm:cxn modelId="{28592887-3D38-4C08-ACFE-618EA9A029DE}" type="presParOf" srcId="{2C9A23A6-A3F9-47B1-AA4F-0BEF885245BF}" destId="{D4082DCB-B853-4453-B088-55473CD4414C}" srcOrd="1" destOrd="0" presId="urn:microsoft.com/office/officeart/2008/layout/LinedList"/>
    <dgm:cxn modelId="{E2EF671F-D063-45D0-B886-DC3C6D39F66C}" type="presParOf" srcId="{D4082DCB-B853-4453-B088-55473CD4414C}" destId="{D2551DBA-8D26-44DA-AFD5-A51C77C94474}" srcOrd="0" destOrd="0" presId="urn:microsoft.com/office/officeart/2008/layout/LinedList"/>
    <dgm:cxn modelId="{DDF4B365-BD62-4B95-B46A-C460E0FA264B}" type="presParOf" srcId="{D4082DCB-B853-4453-B088-55473CD4414C}" destId="{A0B25D72-EA17-46FE-9156-97CBEBAD41C2}" srcOrd="1" destOrd="0" presId="urn:microsoft.com/office/officeart/2008/layout/LinedList"/>
    <dgm:cxn modelId="{28CFD69F-56C5-463F-A41F-29E4621462E2}" type="presParOf" srcId="{2C9A23A6-A3F9-47B1-AA4F-0BEF885245BF}" destId="{0FEB2951-C96D-4A0C-8D4F-BBC4721391E0}" srcOrd="2" destOrd="0" presId="urn:microsoft.com/office/officeart/2008/layout/LinedList"/>
    <dgm:cxn modelId="{DE07B399-0F03-473F-A091-9D8571AF57B9}" type="presParOf" srcId="{2C9A23A6-A3F9-47B1-AA4F-0BEF885245BF}" destId="{9BD68C7F-1B44-44BB-AF6A-DB0F3897DBC0}" srcOrd="3" destOrd="0" presId="urn:microsoft.com/office/officeart/2008/layout/LinedList"/>
    <dgm:cxn modelId="{9BA6F6F1-EBE4-45F6-9552-99AE7C5F4BFF}" type="presParOf" srcId="{9BD68C7F-1B44-44BB-AF6A-DB0F3897DBC0}" destId="{C4F5269A-AD60-4985-9C57-AD6ABCF5581C}" srcOrd="0" destOrd="0" presId="urn:microsoft.com/office/officeart/2008/layout/LinedList"/>
    <dgm:cxn modelId="{E5FB2A36-9B08-4F8B-AEDE-224C3E3CF4C0}" type="presParOf" srcId="{9BD68C7F-1B44-44BB-AF6A-DB0F3897DBC0}" destId="{D3717E19-1971-47B5-AA9B-1661CA29E982}" srcOrd="1" destOrd="0" presId="urn:microsoft.com/office/officeart/2008/layout/LinedList"/>
    <dgm:cxn modelId="{C12B4C73-8EEA-4AF3-BE2B-80DBC4EEB18B}" type="presParOf" srcId="{2C9A23A6-A3F9-47B1-AA4F-0BEF885245BF}" destId="{942CA8AD-0F92-439D-AFA8-35CAB018BAFF}" srcOrd="4" destOrd="0" presId="urn:microsoft.com/office/officeart/2008/layout/LinedList"/>
    <dgm:cxn modelId="{31EEA4DC-91FF-4C78-A92E-C55223BB9978}" type="presParOf" srcId="{2C9A23A6-A3F9-47B1-AA4F-0BEF885245BF}" destId="{B0B0714D-0533-432F-A41C-E0F56A6A247F}" srcOrd="5" destOrd="0" presId="urn:microsoft.com/office/officeart/2008/layout/LinedList"/>
    <dgm:cxn modelId="{62ABDEEC-6DAA-418F-8FF0-16706CA5144B}" type="presParOf" srcId="{B0B0714D-0533-432F-A41C-E0F56A6A247F}" destId="{AFA18EE5-3312-4D64-A2F6-F804B4DB3009}" srcOrd="0" destOrd="0" presId="urn:microsoft.com/office/officeart/2008/layout/LinedList"/>
    <dgm:cxn modelId="{223CF4CA-D85F-44AF-A7E4-E0C671DFE5FE}" type="presParOf" srcId="{B0B0714D-0533-432F-A41C-E0F56A6A247F}" destId="{AB6C359E-883D-459B-89EB-83E9C87F4D1C}" srcOrd="1" destOrd="0" presId="urn:microsoft.com/office/officeart/2008/layout/LinedList"/>
    <dgm:cxn modelId="{5B6B82F7-8A61-4271-B722-76F9EAC887E4}" type="presParOf" srcId="{2C9A23A6-A3F9-47B1-AA4F-0BEF885245BF}" destId="{241B2153-E609-46C2-8065-B62E7E62D3E0}" srcOrd="6" destOrd="0" presId="urn:microsoft.com/office/officeart/2008/layout/LinedList"/>
    <dgm:cxn modelId="{EECDCD65-CD64-4AA0-99B1-D2C4FCFDDB33}" type="presParOf" srcId="{2C9A23A6-A3F9-47B1-AA4F-0BEF885245BF}" destId="{90E16012-8264-432E-B16D-A91BACB342F1}" srcOrd="7" destOrd="0" presId="urn:microsoft.com/office/officeart/2008/layout/LinedList"/>
    <dgm:cxn modelId="{B1BB0024-FAB3-4B41-B64C-38E6341850EF}" type="presParOf" srcId="{90E16012-8264-432E-B16D-A91BACB342F1}" destId="{53259422-B6A7-4E47-BFA5-8D84B6897356}" srcOrd="0" destOrd="0" presId="urn:microsoft.com/office/officeart/2008/layout/LinedList"/>
    <dgm:cxn modelId="{6913F82D-B711-48DD-B00E-2859017CE2BD}" type="presParOf" srcId="{90E16012-8264-432E-B16D-A91BACB342F1}" destId="{437CEB67-EEBA-4A8C-9DAC-E00A95BBC05F}" srcOrd="1" destOrd="0" presId="urn:microsoft.com/office/officeart/2008/layout/LinedList"/>
    <dgm:cxn modelId="{B45BAE3F-1E93-4762-AECC-4F7BDC8CD5D2}" type="presParOf" srcId="{2C9A23A6-A3F9-47B1-AA4F-0BEF885245BF}" destId="{B531B8D7-D747-4474-899B-7B1CA5A4F8DB}" srcOrd="8" destOrd="0" presId="urn:microsoft.com/office/officeart/2008/layout/LinedList"/>
    <dgm:cxn modelId="{24FCE227-6B09-4A09-B7E2-39863CCF432D}" type="presParOf" srcId="{2C9A23A6-A3F9-47B1-AA4F-0BEF885245BF}" destId="{0A8E2810-6F58-4A32-963F-7A45530D1ABC}" srcOrd="9" destOrd="0" presId="urn:microsoft.com/office/officeart/2008/layout/LinedList"/>
    <dgm:cxn modelId="{416EBC0B-B51E-4A66-B7E6-CF2AB8619C3D}" type="presParOf" srcId="{0A8E2810-6F58-4A32-963F-7A45530D1ABC}" destId="{EA74CE7A-036D-4EA2-B642-BD152989DC5D}" srcOrd="0" destOrd="0" presId="urn:microsoft.com/office/officeart/2008/layout/LinedList"/>
    <dgm:cxn modelId="{670C90C5-91C5-4185-8755-12DE29B79E34}" type="presParOf" srcId="{0A8E2810-6F58-4A32-963F-7A45530D1ABC}" destId="{A6206790-566A-4E0B-A0E4-3A22C3D81A45}" srcOrd="1" destOrd="0" presId="urn:microsoft.com/office/officeart/2008/layout/LinedList"/>
    <dgm:cxn modelId="{69FB32E7-8621-40D5-8D13-8614A00EBCBA}" type="presParOf" srcId="{2C9A23A6-A3F9-47B1-AA4F-0BEF885245BF}" destId="{1ECC7C34-E355-498C-BEE3-E69CD4DC5536}" srcOrd="10" destOrd="0" presId="urn:microsoft.com/office/officeart/2008/layout/LinedList"/>
    <dgm:cxn modelId="{C649B329-0C1B-46B5-8311-9724425DBFDE}" type="presParOf" srcId="{2C9A23A6-A3F9-47B1-AA4F-0BEF885245BF}" destId="{9174D08D-D296-425B-AABF-43B154FCF818}" srcOrd="11" destOrd="0" presId="urn:microsoft.com/office/officeart/2008/layout/LinedList"/>
    <dgm:cxn modelId="{1D98E0E6-6253-4BEE-9C49-BCE19C483BCE}" type="presParOf" srcId="{9174D08D-D296-425B-AABF-43B154FCF818}" destId="{F2A2F20C-622B-4DD9-971E-FBB920346E53}" srcOrd="0" destOrd="0" presId="urn:microsoft.com/office/officeart/2008/layout/LinedList"/>
    <dgm:cxn modelId="{C8462008-2BDD-44D1-8228-31CE6E335D71}" type="presParOf" srcId="{9174D08D-D296-425B-AABF-43B154FCF818}" destId="{97BD2AD6-C18E-44CA-B4E9-E7D7FC8619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AC2EFB3-1144-44C1-9A98-79CA27F80EE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748B856-AA09-4456-812D-9EE19C0FAC9D}">
      <dgm:prSet/>
      <dgm:spPr/>
      <dgm:t>
        <a:bodyPr/>
        <a:lstStyle/>
        <a:p>
          <a:pPr>
            <a:defRPr cap="all"/>
          </a:pPr>
          <a:r>
            <a:rPr lang="en-US" dirty="0"/>
            <a:t>Historical sales data</a:t>
          </a:r>
        </a:p>
      </dgm:t>
    </dgm:pt>
    <dgm:pt modelId="{A7580FA3-46C6-4E7F-9E7F-80B0A2831899}" type="parTrans" cxnId="{3C33FA96-8323-4FB2-B0DA-B27A6070555A}">
      <dgm:prSet/>
      <dgm:spPr/>
      <dgm:t>
        <a:bodyPr/>
        <a:lstStyle/>
        <a:p>
          <a:endParaRPr lang="en-US"/>
        </a:p>
      </dgm:t>
    </dgm:pt>
    <dgm:pt modelId="{1C33AD4F-7C80-45C1-AC69-90A1289A818E}" type="sibTrans" cxnId="{3C33FA96-8323-4FB2-B0DA-B27A6070555A}">
      <dgm:prSet/>
      <dgm:spPr/>
      <dgm:t>
        <a:bodyPr/>
        <a:lstStyle/>
        <a:p>
          <a:endParaRPr lang="en-US"/>
        </a:p>
      </dgm:t>
    </dgm:pt>
    <dgm:pt modelId="{A1DA0287-33DD-4B68-B006-79FFEBFA9850}">
      <dgm:prSet/>
      <dgm:spPr/>
      <dgm:t>
        <a:bodyPr/>
        <a:lstStyle/>
        <a:p>
          <a:pPr>
            <a:defRPr cap="all"/>
          </a:pPr>
          <a:r>
            <a:rPr lang="en-US" dirty="0"/>
            <a:t>Large-scale datasets</a:t>
          </a:r>
        </a:p>
      </dgm:t>
    </dgm:pt>
    <dgm:pt modelId="{E4A73DAE-C77C-41C3-8524-DF3732CF95F8}" type="parTrans" cxnId="{AD2783D8-53E2-404B-A8C1-6AB4AFE5C52A}">
      <dgm:prSet/>
      <dgm:spPr/>
      <dgm:t>
        <a:bodyPr/>
        <a:lstStyle/>
        <a:p>
          <a:endParaRPr lang="en-US"/>
        </a:p>
      </dgm:t>
    </dgm:pt>
    <dgm:pt modelId="{94345BCB-22D6-46BE-BFEC-DC9EAC13F9AF}" type="sibTrans" cxnId="{AD2783D8-53E2-404B-A8C1-6AB4AFE5C52A}">
      <dgm:prSet/>
      <dgm:spPr/>
      <dgm:t>
        <a:bodyPr/>
        <a:lstStyle/>
        <a:p>
          <a:endParaRPr lang="en-US"/>
        </a:p>
      </dgm:t>
    </dgm:pt>
    <dgm:pt modelId="{ECF79BA5-9C3B-4245-8323-88F02E5957A3}">
      <dgm:prSet/>
      <dgm:spPr/>
      <dgm:t>
        <a:bodyPr/>
        <a:lstStyle/>
        <a:p>
          <a:pPr>
            <a:defRPr cap="all"/>
          </a:pPr>
          <a:r>
            <a:rPr lang="en-US" dirty="0"/>
            <a:t> Regional &amp; global adaptability</a:t>
          </a:r>
        </a:p>
      </dgm:t>
    </dgm:pt>
    <dgm:pt modelId="{1821EA3A-C0B3-4840-92E0-94909BC11916}" type="parTrans" cxnId="{027E54E4-FAE0-47F7-9B8A-2C6612F822BB}">
      <dgm:prSet/>
      <dgm:spPr/>
      <dgm:t>
        <a:bodyPr/>
        <a:lstStyle/>
        <a:p>
          <a:endParaRPr lang="en-US"/>
        </a:p>
      </dgm:t>
    </dgm:pt>
    <dgm:pt modelId="{BC81787E-B96F-4B39-8342-FE89DCA728F1}" type="sibTrans" cxnId="{027E54E4-FAE0-47F7-9B8A-2C6612F822BB}">
      <dgm:prSet/>
      <dgm:spPr/>
      <dgm:t>
        <a:bodyPr/>
        <a:lstStyle/>
        <a:p>
          <a:endParaRPr lang="en-US"/>
        </a:p>
      </dgm:t>
    </dgm:pt>
    <dgm:pt modelId="{2B71DA26-CA4E-4590-9128-00CCDA6E3496}" type="pres">
      <dgm:prSet presAssocID="{4AC2EFB3-1144-44C1-9A98-79CA27F80EED}" presName="root" presStyleCnt="0">
        <dgm:presLayoutVars>
          <dgm:dir/>
          <dgm:resizeHandles val="exact"/>
        </dgm:presLayoutVars>
      </dgm:prSet>
      <dgm:spPr/>
    </dgm:pt>
    <dgm:pt modelId="{897AB0E4-2B53-48A3-8A12-BC74F0814D5F}" type="pres">
      <dgm:prSet presAssocID="{0748B856-AA09-4456-812D-9EE19C0FAC9D}" presName="compNode" presStyleCnt="0"/>
      <dgm:spPr/>
    </dgm:pt>
    <dgm:pt modelId="{92EA47CD-8314-4697-8AD1-0E277CDE6674}" type="pres">
      <dgm:prSet presAssocID="{0748B856-AA09-4456-812D-9EE19C0FAC9D}" presName="iconBgRect" presStyleLbl="bgShp" presStyleIdx="0" presStyleCnt="3"/>
      <dgm:spPr/>
    </dgm:pt>
    <dgm:pt modelId="{B29100CF-93B2-4CB9-8220-E443E8388CB0}" type="pres">
      <dgm:prSet presAssocID="{0748B856-AA09-4456-812D-9EE19C0FAC9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BD7371A-D8F3-4C1A-89E7-CF42330C3805}" type="pres">
      <dgm:prSet presAssocID="{0748B856-AA09-4456-812D-9EE19C0FAC9D}" presName="spaceRect" presStyleCnt="0"/>
      <dgm:spPr/>
    </dgm:pt>
    <dgm:pt modelId="{89CB154F-2F7F-4054-85D1-BC4BF3FA6927}" type="pres">
      <dgm:prSet presAssocID="{0748B856-AA09-4456-812D-9EE19C0FAC9D}" presName="textRect" presStyleLbl="revTx" presStyleIdx="0" presStyleCnt="3">
        <dgm:presLayoutVars>
          <dgm:chMax val="1"/>
          <dgm:chPref val="1"/>
        </dgm:presLayoutVars>
      </dgm:prSet>
      <dgm:spPr/>
    </dgm:pt>
    <dgm:pt modelId="{EC264B06-7067-4CF6-B9F0-B52C6D43A89B}" type="pres">
      <dgm:prSet presAssocID="{1C33AD4F-7C80-45C1-AC69-90A1289A818E}" presName="sibTrans" presStyleCnt="0"/>
      <dgm:spPr/>
    </dgm:pt>
    <dgm:pt modelId="{7CFB2845-16AA-4EE3-A5C5-E7793B35B5CD}" type="pres">
      <dgm:prSet presAssocID="{A1DA0287-33DD-4B68-B006-79FFEBFA9850}" presName="compNode" presStyleCnt="0"/>
      <dgm:spPr/>
    </dgm:pt>
    <dgm:pt modelId="{4CD83CBC-A698-48DB-B5C1-DF1BB5C795F4}" type="pres">
      <dgm:prSet presAssocID="{A1DA0287-33DD-4B68-B006-79FFEBFA9850}" presName="iconBgRect" presStyleLbl="bgShp" presStyleIdx="1" presStyleCnt="3"/>
      <dgm:spPr/>
    </dgm:pt>
    <dgm:pt modelId="{134684AE-F9B2-4865-B882-96455D620F97}" type="pres">
      <dgm:prSet presAssocID="{A1DA0287-33DD-4B68-B006-79FFEBFA98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F77FB87-AB04-4356-B561-29A2F06721CB}" type="pres">
      <dgm:prSet presAssocID="{A1DA0287-33DD-4B68-B006-79FFEBFA9850}" presName="spaceRect" presStyleCnt="0"/>
      <dgm:spPr/>
    </dgm:pt>
    <dgm:pt modelId="{3658A311-BA30-4B43-9A52-58A4402897A0}" type="pres">
      <dgm:prSet presAssocID="{A1DA0287-33DD-4B68-B006-79FFEBFA9850}" presName="textRect" presStyleLbl="revTx" presStyleIdx="1" presStyleCnt="3">
        <dgm:presLayoutVars>
          <dgm:chMax val="1"/>
          <dgm:chPref val="1"/>
        </dgm:presLayoutVars>
      </dgm:prSet>
      <dgm:spPr/>
    </dgm:pt>
    <dgm:pt modelId="{01447D89-9977-4001-8A49-166CA46BFD37}" type="pres">
      <dgm:prSet presAssocID="{94345BCB-22D6-46BE-BFEC-DC9EAC13F9AF}" presName="sibTrans" presStyleCnt="0"/>
      <dgm:spPr/>
    </dgm:pt>
    <dgm:pt modelId="{A9A4F9F6-4EAE-4CC3-A0B9-09AF892745FF}" type="pres">
      <dgm:prSet presAssocID="{ECF79BA5-9C3B-4245-8323-88F02E5957A3}" presName="compNode" presStyleCnt="0"/>
      <dgm:spPr/>
    </dgm:pt>
    <dgm:pt modelId="{3D93EE0F-8372-43EE-92A3-FA824B607231}" type="pres">
      <dgm:prSet presAssocID="{ECF79BA5-9C3B-4245-8323-88F02E5957A3}" presName="iconBgRect" presStyleLbl="bgShp" presStyleIdx="2" presStyleCnt="3"/>
      <dgm:spPr/>
    </dgm:pt>
    <dgm:pt modelId="{820B876B-5B59-49A9-B98E-8D5EF3307F15}" type="pres">
      <dgm:prSet presAssocID="{ECF79BA5-9C3B-4245-8323-88F02E5957A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FF6FC495-3297-4CD0-B276-B472B47E9533}" type="pres">
      <dgm:prSet presAssocID="{ECF79BA5-9C3B-4245-8323-88F02E5957A3}" presName="spaceRect" presStyleCnt="0"/>
      <dgm:spPr/>
    </dgm:pt>
    <dgm:pt modelId="{971EAA56-6E58-4118-89FA-A3DD2628E77C}" type="pres">
      <dgm:prSet presAssocID="{ECF79BA5-9C3B-4245-8323-88F02E5957A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6F13A22-0456-492C-BEC4-4942469A48E2}" type="presOf" srcId="{ECF79BA5-9C3B-4245-8323-88F02E5957A3}" destId="{971EAA56-6E58-4118-89FA-A3DD2628E77C}" srcOrd="0" destOrd="0" presId="urn:microsoft.com/office/officeart/2018/5/layout/IconCircleLabelList"/>
    <dgm:cxn modelId="{7F4A9D4A-A416-4AA5-BB81-0872BE35ACFA}" type="presOf" srcId="{0748B856-AA09-4456-812D-9EE19C0FAC9D}" destId="{89CB154F-2F7F-4054-85D1-BC4BF3FA6927}" srcOrd="0" destOrd="0" presId="urn:microsoft.com/office/officeart/2018/5/layout/IconCircleLabelList"/>
    <dgm:cxn modelId="{3C33FA96-8323-4FB2-B0DA-B27A6070555A}" srcId="{4AC2EFB3-1144-44C1-9A98-79CA27F80EED}" destId="{0748B856-AA09-4456-812D-9EE19C0FAC9D}" srcOrd="0" destOrd="0" parTransId="{A7580FA3-46C6-4E7F-9E7F-80B0A2831899}" sibTransId="{1C33AD4F-7C80-45C1-AC69-90A1289A818E}"/>
    <dgm:cxn modelId="{CB978FC5-EE5E-42AA-A79B-288150A6D9C0}" type="presOf" srcId="{A1DA0287-33DD-4B68-B006-79FFEBFA9850}" destId="{3658A311-BA30-4B43-9A52-58A4402897A0}" srcOrd="0" destOrd="0" presId="urn:microsoft.com/office/officeart/2018/5/layout/IconCircleLabelList"/>
    <dgm:cxn modelId="{8C18D5CC-E532-41FE-B423-3B667E9FCDE1}" type="presOf" srcId="{4AC2EFB3-1144-44C1-9A98-79CA27F80EED}" destId="{2B71DA26-CA4E-4590-9128-00CCDA6E3496}" srcOrd="0" destOrd="0" presId="urn:microsoft.com/office/officeart/2018/5/layout/IconCircleLabelList"/>
    <dgm:cxn modelId="{AD2783D8-53E2-404B-A8C1-6AB4AFE5C52A}" srcId="{4AC2EFB3-1144-44C1-9A98-79CA27F80EED}" destId="{A1DA0287-33DD-4B68-B006-79FFEBFA9850}" srcOrd="1" destOrd="0" parTransId="{E4A73DAE-C77C-41C3-8524-DF3732CF95F8}" sibTransId="{94345BCB-22D6-46BE-BFEC-DC9EAC13F9AF}"/>
    <dgm:cxn modelId="{027E54E4-FAE0-47F7-9B8A-2C6612F822BB}" srcId="{4AC2EFB3-1144-44C1-9A98-79CA27F80EED}" destId="{ECF79BA5-9C3B-4245-8323-88F02E5957A3}" srcOrd="2" destOrd="0" parTransId="{1821EA3A-C0B3-4840-92E0-94909BC11916}" sibTransId="{BC81787E-B96F-4B39-8342-FE89DCA728F1}"/>
    <dgm:cxn modelId="{EB17D92A-8EE9-48F4-9260-A7F151EB219C}" type="presParOf" srcId="{2B71DA26-CA4E-4590-9128-00CCDA6E3496}" destId="{897AB0E4-2B53-48A3-8A12-BC74F0814D5F}" srcOrd="0" destOrd="0" presId="urn:microsoft.com/office/officeart/2018/5/layout/IconCircleLabelList"/>
    <dgm:cxn modelId="{14383214-13B5-48DF-9538-D471DEA02881}" type="presParOf" srcId="{897AB0E4-2B53-48A3-8A12-BC74F0814D5F}" destId="{92EA47CD-8314-4697-8AD1-0E277CDE6674}" srcOrd="0" destOrd="0" presId="urn:microsoft.com/office/officeart/2018/5/layout/IconCircleLabelList"/>
    <dgm:cxn modelId="{76A2849D-C3E7-429F-985F-60310154CF59}" type="presParOf" srcId="{897AB0E4-2B53-48A3-8A12-BC74F0814D5F}" destId="{B29100CF-93B2-4CB9-8220-E443E8388CB0}" srcOrd="1" destOrd="0" presId="urn:microsoft.com/office/officeart/2018/5/layout/IconCircleLabelList"/>
    <dgm:cxn modelId="{419A0D03-5192-44DC-B61D-17A199B6C7B1}" type="presParOf" srcId="{897AB0E4-2B53-48A3-8A12-BC74F0814D5F}" destId="{FBD7371A-D8F3-4C1A-89E7-CF42330C3805}" srcOrd="2" destOrd="0" presId="urn:microsoft.com/office/officeart/2018/5/layout/IconCircleLabelList"/>
    <dgm:cxn modelId="{7E5C3FAA-5B62-48CD-98DC-2394455401C0}" type="presParOf" srcId="{897AB0E4-2B53-48A3-8A12-BC74F0814D5F}" destId="{89CB154F-2F7F-4054-85D1-BC4BF3FA6927}" srcOrd="3" destOrd="0" presId="urn:microsoft.com/office/officeart/2018/5/layout/IconCircleLabelList"/>
    <dgm:cxn modelId="{3B92F043-23B0-41EF-B4F3-BC73A9EEF84C}" type="presParOf" srcId="{2B71DA26-CA4E-4590-9128-00CCDA6E3496}" destId="{EC264B06-7067-4CF6-B9F0-B52C6D43A89B}" srcOrd="1" destOrd="0" presId="urn:microsoft.com/office/officeart/2018/5/layout/IconCircleLabelList"/>
    <dgm:cxn modelId="{DC58A9CC-16F0-46DF-BBEC-4F106D3757CC}" type="presParOf" srcId="{2B71DA26-CA4E-4590-9128-00CCDA6E3496}" destId="{7CFB2845-16AA-4EE3-A5C5-E7793B35B5CD}" srcOrd="2" destOrd="0" presId="urn:microsoft.com/office/officeart/2018/5/layout/IconCircleLabelList"/>
    <dgm:cxn modelId="{22375B73-9C41-4C34-A366-6B5B51223879}" type="presParOf" srcId="{7CFB2845-16AA-4EE3-A5C5-E7793B35B5CD}" destId="{4CD83CBC-A698-48DB-B5C1-DF1BB5C795F4}" srcOrd="0" destOrd="0" presId="urn:microsoft.com/office/officeart/2018/5/layout/IconCircleLabelList"/>
    <dgm:cxn modelId="{BBDC8AEA-BFA4-4093-AE30-824918A8D5A0}" type="presParOf" srcId="{7CFB2845-16AA-4EE3-A5C5-E7793B35B5CD}" destId="{134684AE-F9B2-4865-B882-96455D620F97}" srcOrd="1" destOrd="0" presId="urn:microsoft.com/office/officeart/2018/5/layout/IconCircleLabelList"/>
    <dgm:cxn modelId="{5323DB13-6662-4037-A20E-605556149AD1}" type="presParOf" srcId="{7CFB2845-16AA-4EE3-A5C5-E7793B35B5CD}" destId="{FF77FB87-AB04-4356-B561-29A2F06721CB}" srcOrd="2" destOrd="0" presId="urn:microsoft.com/office/officeart/2018/5/layout/IconCircleLabelList"/>
    <dgm:cxn modelId="{F7AC7391-167F-40E1-A75A-3FEEA009F4E0}" type="presParOf" srcId="{7CFB2845-16AA-4EE3-A5C5-E7793B35B5CD}" destId="{3658A311-BA30-4B43-9A52-58A4402897A0}" srcOrd="3" destOrd="0" presId="urn:microsoft.com/office/officeart/2018/5/layout/IconCircleLabelList"/>
    <dgm:cxn modelId="{95CBFFE4-B093-44D8-8757-9A26FD2A0E68}" type="presParOf" srcId="{2B71DA26-CA4E-4590-9128-00CCDA6E3496}" destId="{01447D89-9977-4001-8A49-166CA46BFD37}" srcOrd="3" destOrd="0" presId="urn:microsoft.com/office/officeart/2018/5/layout/IconCircleLabelList"/>
    <dgm:cxn modelId="{5E9D39D2-E9FB-4CF0-A09B-B55C173FE9E3}" type="presParOf" srcId="{2B71DA26-CA4E-4590-9128-00CCDA6E3496}" destId="{A9A4F9F6-4EAE-4CC3-A0B9-09AF892745FF}" srcOrd="4" destOrd="0" presId="urn:microsoft.com/office/officeart/2018/5/layout/IconCircleLabelList"/>
    <dgm:cxn modelId="{BB07B070-E4B2-450C-AC4B-260DB2116FAA}" type="presParOf" srcId="{A9A4F9F6-4EAE-4CC3-A0B9-09AF892745FF}" destId="{3D93EE0F-8372-43EE-92A3-FA824B607231}" srcOrd="0" destOrd="0" presId="urn:microsoft.com/office/officeart/2018/5/layout/IconCircleLabelList"/>
    <dgm:cxn modelId="{118CD0F5-AB2F-4E48-A5B5-1C2F86E4A9B4}" type="presParOf" srcId="{A9A4F9F6-4EAE-4CC3-A0B9-09AF892745FF}" destId="{820B876B-5B59-49A9-B98E-8D5EF3307F15}" srcOrd="1" destOrd="0" presId="urn:microsoft.com/office/officeart/2018/5/layout/IconCircleLabelList"/>
    <dgm:cxn modelId="{E34B2097-FC5C-44FD-B72F-22D3B0AB5E30}" type="presParOf" srcId="{A9A4F9F6-4EAE-4CC3-A0B9-09AF892745FF}" destId="{FF6FC495-3297-4CD0-B276-B472B47E9533}" srcOrd="2" destOrd="0" presId="urn:microsoft.com/office/officeart/2018/5/layout/IconCircleLabelList"/>
    <dgm:cxn modelId="{9FB508FD-C926-41E7-B2F8-5201902DADF9}" type="presParOf" srcId="{A9A4F9F6-4EAE-4CC3-A0B9-09AF892745FF}" destId="{971EAA56-6E58-4118-89FA-A3DD2628E7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0FB6654-801A-4594-86F8-851B35920A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B92EAE9-1709-49FD-98CB-579FF54C43A2}">
      <dgm:prSet/>
      <dgm:spPr/>
      <dgm:t>
        <a:bodyPr/>
        <a:lstStyle/>
        <a:p>
          <a:r>
            <a:rPr lang="en-US"/>
            <a:t>• Data cleaning</a:t>
          </a:r>
        </a:p>
      </dgm:t>
    </dgm:pt>
    <dgm:pt modelId="{EB7CB2F8-F4FF-494E-9085-CB38C1956442}" type="parTrans" cxnId="{ACAC3B5F-3A0A-4E98-A2BF-6374D4EACC51}">
      <dgm:prSet/>
      <dgm:spPr/>
      <dgm:t>
        <a:bodyPr/>
        <a:lstStyle/>
        <a:p>
          <a:endParaRPr lang="en-US"/>
        </a:p>
      </dgm:t>
    </dgm:pt>
    <dgm:pt modelId="{20953FCE-3797-4FC4-B547-C12F025EEFAC}" type="sibTrans" cxnId="{ACAC3B5F-3A0A-4E98-A2BF-6374D4EACC51}">
      <dgm:prSet/>
      <dgm:spPr/>
      <dgm:t>
        <a:bodyPr/>
        <a:lstStyle/>
        <a:p>
          <a:endParaRPr lang="en-US"/>
        </a:p>
      </dgm:t>
    </dgm:pt>
    <dgm:pt modelId="{C58CAF02-3880-4FB0-B61F-A3043C5193AD}">
      <dgm:prSet/>
      <dgm:spPr/>
      <dgm:t>
        <a:bodyPr/>
        <a:lstStyle/>
        <a:p>
          <a:r>
            <a:rPr lang="en-US"/>
            <a:t>• Transformation</a:t>
          </a:r>
        </a:p>
      </dgm:t>
    </dgm:pt>
    <dgm:pt modelId="{0CD71E5B-85FC-4A1A-8F71-CF194F27BBC5}" type="parTrans" cxnId="{EAA3CBE5-7ABF-4456-8353-57CAE42FCB3E}">
      <dgm:prSet/>
      <dgm:spPr/>
      <dgm:t>
        <a:bodyPr/>
        <a:lstStyle/>
        <a:p>
          <a:endParaRPr lang="en-US"/>
        </a:p>
      </dgm:t>
    </dgm:pt>
    <dgm:pt modelId="{DA54E304-D5FA-425C-9743-0F2DB9077D84}" type="sibTrans" cxnId="{EAA3CBE5-7ABF-4456-8353-57CAE42FCB3E}">
      <dgm:prSet/>
      <dgm:spPr/>
      <dgm:t>
        <a:bodyPr/>
        <a:lstStyle/>
        <a:p>
          <a:endParaRPr lang="en-US"/>
        </a:p>
      </dgm:t>
    </dgm:pt>
    <dgm:pt modelId="{86458A2E-F50E-4E67-98C0-60CA64E8EE9B}">
      <dgm:prSet/>
      <dgm:spPr/>
      <dgm:t>
        <a:bodyPr/>
        <a:lstStyle/>
        <a:p>
          <a:r>
            <a:rPr lang="en-US"/>
            <a:t>• Quality assurance</a:t>
          </a:r>
        </a:p>
      </dgm:t>
    </dgm:pt>
    <dgm:pt modelId="{E9290786-4AD3-4C6B-A41B-4AFCC6DB139C}" type="parTrans" cxnId="{F3921C05-D34A-466E-88C4-748CBC217B24}">
      <dgm:prSet/>
      <dgm:spPr/>
      <dgm:t>
        <a:bodyPr/>
        <a:lstStyle/>
        <a:p>
          <a:endParaRPr lang="en-US"/>
        </a:p>
      </dgm:t>
    </dgm:pt>
    <dgm:pt modelId="{8918763B-BF1E-47DF-9B4C-2F704C099BE0}" type="sibTrans" cxnId="{F3921C05-D34A-466E-88C4-748CBC217B24}">
      <dgm:prSet/>
      <dgm:spPr/>
      <dgm:t>
        <a:bodyPr/>
        <a:lstStyle/>
        <a:p>
          <a:endParaRPr lang="en-US"/>
        </a:p>
      </dgm:t>
    </dgm:pt>
    <dgm:pt modelId="{323EA110-F332-4F8C-9E6E-8CCEC5B18C23}" type="pres">
      <dgm:prSet presAssocID="{40FB6654-801A-4594-86F8-851B35920ACC}" presName="root" presStyleCnt="0">
        <dgm:presLayoutVars>
          <dgm:dir/>
          <dgm:resizeHandles val="exact"/>
        </dgm:presLayoutVars>
      </dgm:prSet>
      <dgm:spPr/>
    </dgm:pt>
    <dgm:pt modelId="{8624AB84-0177-44EC-860B-040B98DF1211}" type="pres">
      <dgm:prSet presAssocID="{8B92EAE9-1709-49FD-98CB-579FF54C43A2}" presName="compNode" presStyleCnt="0"/>
      <dgm:spPr/>
    </dgm:pt>
    <dgm:pt modelId="{3E4A50E5-3163-42E8-8876-723C8E0C9521}" type="pres">
      <dgm:prSet presAssocID="{8B92EAE9-1709-49FD-98CB-579FF54C43A2}" presName="bgRect" presStyleLbl="bgShp" presStyleIdx="0" presStyleCnt="3"/>
      <dgm:spPr/>
    </dgm:pt>
    <dgm:pt modelId="{33F0F17E-E0C4-4A41-A4D0-69F7FF454DD8}" type="pres">
      <dgm:prSet presAssocID="{8B92EAE9-1709-49FD-98CB-579FF54C43A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F1C94D7F-DAC8-4026-9F50-D773B300B173}" type="pres">
      <dgm:prSet presAssocID="{8B92EAE9-1709-49FD-98CB-579FF54C43A2}" presName="spaceRect" presStyleCnt="0"/>
      <dgm:spPr/>
    </dgm:pt>
    <dgm:pt modelId="{F7A14A79-BDCB-4AA4-8010-EA7F0758EEF4}" type="pres">
      <dgm:prSet presAssocID="{8B92EAE9-1709-49FD-98CB-579FF54C43A2}" presName="parTx" presStyleLbl="revTx" presStyleIdx="0" presStyleCnt="3">
        <dgm:presLayoutVars>
          <dgm:chMax val="0"/>
          <dgm:chPref val="0"/>
        </dgm:presLayoutVars>
      </dgm:prSet>
      <dgm:spPr/>
    </dgm:pt>
    <dgm:pt modelId="{56C40F0B-9EA6-4B0B-AEB2-A5F57901DBBE}" type="pres">
      <dgm:prSet presAssocID="{20953FCE-3797-4FC4-B547-C12F025EEFAC}" presName="sibTrans" presStyleCnt="0"/>
      <dgm:spPr/>
    </dgm:pt>
    <dgm:pt modelId="{D421AA09-0CD7-407C-9100-DF5384DB3587}" type="pres">
      <dgm:prSet presAssocID="{C58CAF02-3880-4FB0-B61F-A3043C5193AD}" presName="compNode" presStyleCnt="0"/>
      <dgm:spPr/>
    </dgm:pt>
    <dgm:pt modelId="{75317C46-2E71-4025-9ACA-B4BB7F48FF3F}" type="pres">
      <dgm:prSet presAssocID="{C58CAF02-3880-4FB0-B61F-A3043C5193AD}" presName="bgRect" presStyleLbl="bgShp" presStyleIdx="1" presStyleCnt="3"/>
      <dgm:spPr/>
    </dgm:pt>
    <dgm:pt modelId="{A4065BB1-2C49-449D-BC11-87CA40269327}" type="pres">
      <dgm:prSet presAssocID="{C58CAF02-3880-4FB0-B61F-A3043C5193A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21B73CD-A34C-4E30-97D3-92728A347835}" type="pres">
      <dgm:prSet presAssocID="{C58CAF02-3880-4FB0-B61F-A3043C5193AD}" presName="spaceRect" presStyleCnt="0"/>
      <dgm:spPr/>
    </dgm:pt>
    <dgm:pt modelId="{061684E1-ECC7-4D27-9542-63F1DFFECECB}" type="pres">
      <dgm:prSet presAssocID="{C58CAF02-3880-4FB0-B61F-A3043C5193AD}" presName="parTx" presStyleLbl="revTx" presStyleIdx="1" presStyleCnt="3">
        <dgm:presLayoutVars>
          <dgm:chMax val="0"/>
          <dgm:chPref val="0"/>
        </dgm:presLayoutVars>
      </dgm:prSet>
      <dgm:spPr/>
    </dgm:pt>
    <dgm:pt modelId="{91DBA624-D09E-4C2D-953D-6F46C53BCDD4}" type="pres">
      <dgm:prSet presAssocID="{DA54E304-D5FA-425C-9743-0F2DB9077D84}" presName="sibTrans" presStyleCnt="0"/>
      <dgm:spPr/>
    </dgm:pt>
    <dgm:pt modelId="{F55ACBA6-4415-42B1-8A76-4C16E6DB5F2B}" type="pres">
      <dgm:prSet presAssocID="{86458A2E-F50E-4E67-98C0-60CA64E8EE9B}" presName="compNode" presStyleCnt="0"/>
      <dgm:spPr/>
    </dgm:pt>
    <dgm:pt modelId="{E3CAC694-B882-4F3E-8B16-F98FC6AA728A}" type="pres">
      <dgm:prSet presAssocID="{86458A2E-F50E-4E67-98C0-60CA64E8EE9B}" presName="bgRect" presStyleLbl="bgShp" presStyleIdx="2" presStyleCnt="3"/>
      <dgm:spPr/>
    </dgm:pt>
    <dgm:pt modelId="{7AD68A0A-5344-4EC6-808F-CB6172297557}" type="pres">
      <dgm:prSet presAssocID="{86458A2E-F50E-4E67-98C0-60CA64E8EE9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A4F3857-2B14-42EA-BDA7-E6C9B4FE0DFC}" type="pres">
      <dgm:prSet presAssocID="{86458A2E-F50E-4E67-98C0-60CA64E8EE9B}" presName="spaceRect" presStyleCnt="0"/>
      <dgm:spPr/>
    </dgm:pt>
    <dgm:pt modelId="{D31F2306-E3CE-4397-8CD0-9CAFD38658D8}" type="pres">
      <dgm:prSet presAssocID="{86458A2E-F50E-4E67-98C0-60CA64E8EE9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3921C05-D34A-466E-88C4-748CBC217B24}" srcId="{40FB6654-801A-4594-86F8-851B35920ACC}" destId="{86458A2E-F50E-4E67-98C0-60CA64E8EE9B}" srcOrd="2" destOrd="0" parTransId="{E9290786-4AD3-4C6B-A41B-4AFCC6DB139C}" sibTransId="{8918763B-BF1E-47DF-9B4C-2F704C099BE0}"/>
    <dgm:cxn modelId="{40DAE40C-5F48-4CCC-BAE3-4C3A8B5CD5E7}" type="presOf" srcId="{8B92EAE9-1709-49FD-98CB-579FF54C43A2}" destId="{F7A14A79-BDCB-4AA4-8010-EA7F0758EEF4}" srcOrd="0" destOrd="0" presId="urn:microsoft.com/office/officeart/2018/2/layout/IconVerticalSolidList"/>
    <dgm:cxn modelId="{ACAC3B5F-3A0A-4E98-A2BF-6374D4EACC51}" srcId="{40FB6654-801A-4594-86F8-851B35920ACC}" destId="{8B92EAE9-1709-49FD-98CB-579FF54C43A2}" srcOrd="0" destOrd="0" parTransId="{EB7CB2F8-F4FF-494E-9085-CB38C1956442}" sibTransId="{20953FCE-3797-4FC4-B547-C12F025EEFAC}"/>
    <dgm:cxn modelId="{2704F190-FF95-40AF-AC05-EA1F82226286}" type="presOf" srcId="{40FB6654-801A-4594-86F8-851B35920ACC}" destId="{323EA110-F332-4F8C-9E6E-8CCEC5B18C23}" srcOrd="0" destOrd="0" presId="urn:microsoft.com/office/officeart/2018/2/layout/IconVerticalSolidList"/>
    <dgm:cxn modelId="{A525E3B5-5E7A-46AE-9FAD-3DC437BCC6EB}" type="presOf" srcId="{C58CAF02-3880-4FB0-B61F-A3043C5193AD}" destId="{061684E1-ECC7-4D27-9542-63F1DFFECECB}" srcOrd="0" destOrd="0" presId="urn:microsoft.com/office/officeart/2018/2/layout/IconVerticalSolidList"/>
    <dgm:cxn modelId="{69BEE8B9-0F1B-41BB-838C-5B2690B0CA88}" type="presOf" srcId="{86458A2E-F50E-4E67-98C0-60CA64E8EE9B}" destId="{D31F2306-E3CE-4397-8CD0-9CAFD38658D8}" srcOrd="0" destOrd="0" presId="urn:microsoft.com/office/officeart/2018/2/layout/IconVerticalSolidList"/>
    <dgm:cxn modelId="{EAA3CBE5-7ABF-4456-8353-57CAE42FCB3E}" srcId="{40FB6654-801A-4594-86F8-851B35920ACC}" destId="{C58CAF02-3880-4FB0-B61F-A3043C5193AD}" srcOrd="1" destOrd="0" parTransId="{0CD71E5B-85FC-4A1A-8F71-CF194F27BBC5}" sibTransId="{DA54E304-D5FA-425C-9743-0F2DB9077D84}"/>
    <dgm:cxn modelId="{64B67010-D248-488F-9CFC-F2458A722708}" type="presParOf" srcId="{323EA110-F332-4F8C-9E6E-8CCEC5B18C23}" destId="{8624AB84-0177-44EC-860B-040B98DF1211}" srcOrd="0" destOrd="0" presId="urn:microsoft.com/office/officeart/2018/2/layout/IconVerticalSolidList"/>
    <dgm:cxn modelId="{B754B632-2536-40F8-B076-3820A548376F}" type="presParOf" srcId="{8624AB84-0177-44EC-860B-040B98DF1211}" destId="{3E4A50E5-3163-42E8-8876-723C8E0C9521}" srcOrd="0" destOrd="0" presId="urn:microsoft.com/office/officeart/2018/2/layout/IconVerticalSolidList"/>
    <dgm:cxn modelId="{E949932A-28FC-42AF-A820-C931AAA02B3B}" type="presParOf" srcId="{8624AB84-0177-44EC-860B-040B98DF1211}" destId="{33F0F17E-E0C4-4A41-A4D0-69F7FF454DD8}" srcOrd="1" destOrd="0" presId="urn:microsoft.com/office/officeart/2018/2/layout/IconVerticalSolidList"/>
    <dgm:cxn modelId="{AA818FA6-9278-4E0D-9FF5-815CB2E17999}" type="presParOf" srcId="{8624AB84-0177-44EC-860B-040B98DF1211}" destId="{F1C94D7F-DAC8-4026-9F50-D773B300B173}" srcOrd="2" destOrd="0" presId="urn:microsoft.com/office/officeart/2018/2/layout/IconVerticalSolidList"/>
    <dgm:cxn modelId="{798F7D7D-FFBE-405F-8496-161CA355AF96}" type="presParOf" srcId="{8624AB84-0177-44EC-860B-040B98DF1211}" destId="{F7A14A79-BDCB-4AA4-8010-EA7F0758EEF4}" srcOrd="3" destOrd="0" presId="urn:microsoft.com/office/officeart/2018/2/layout/IconVerticalSolidList"/>
    <dgm:cxn modelId="{8493C333-0883-4A25-A8A6-40AA2CA1DA2A}" type="presParOf" srcId="{323EA110-F332-4F8C-9E6E-8CCEC5B18C23}" destId="{56C40F0B-9EA6-4B0B-AEB2-A5F57901DBBE}" srcOrd="1" destOrd="0" presId="urn:microsoft.com/office/officeart/2018/2/layout/IconVerticalSolidList"/>
    <dgm:cxn modelId="{33B50A07-C017-4FC4-B109-6BFBE7B2D473}" type="presParOf" srcId="{323EA110-F332-4F8C-9E6E-8CCEC5B18C23}" destId="{D421AA09-0CD7-407C-9100-DF5384DB3587}" srcOrd="2" destOrd="0" presId="urn:microsoft.com/office/officeart/2018/2/layout/IconVerticalSolidList"/>
    <dgm:cxn modelId="{7D0ACA80-CB34-4B25-B3C5-1210BEA7117A}" type="presParOf" srcId="{D421AA09-0CD7-407C-9100-DF5384DB3587}" destId="{75317C46-2E71-4025-9ACA-B4BB7F48FF3F}" srcOrd="0" destOrd="0" presId="urn:microsoft.com/office/officeart/2018/2/layout/IconVerticalSolidList"/>
    <dgm:cxn modelId="{71ADB23F-BA28-4827-AABD-3E40A111D442}" type="presParOf" srcId="{D421AA09-0CD7-407C-9100-DF5384DB3587}" destId="{A4065BB1-2C49-449D-BC11-87CA40269327}" srcOrd="1" destOrd="0" presId="urn:microsoft.com/office/officeart/2018/2/layout/IconVerticalSolidList"/>
    <dgm:cxn modelId="{E0AFC0B4-CE0B-4CF3-8ABC-7626B4E0D605}" type="presParOf" srcId="{D421AA09-0CD7-407C-9100-DF5384DB3587}" destId="{E21B73CD-A34C-4E30-97D3-92728A347835}" srcOrd="2" destOrd="0" presId="urn:microsoft.com/office/officeart/2018/2/layout/IconVerticalSolidList"/>
    <dgm:cxn modelId="{453DAEB1-4AE4-4CCF-BDB7-8CDDD41F5F3B}" type="presParOf" srcId="{D421AA09-0CD7-407C-9100-DF5384DB3587}" destId="{061684E1-ECC7-4D27-9542-63F1DFFECECB}" srcOrd="3" destOrd="0" presId="urn:microsoft.com/office/officeart/2018/2/layout/IconVerticalSolidList"/>
    <dgm:cxn modelId="{9912CA9E-B4D9-4644-88BB-7FBD85521660}" type="presParOf" srcId="{323EA110-F332-4F8C-9E6E-8CCEC5B18C23}" destId="{91DBA624-D09E-4C2D-953D-6F46C53BCDD4}" srcOrd="3" destOrd="0" presId="urn:microsoft.com/office/officeart/2018/2/layout/IconVerticalSolidList"/>
    <dgm:cxn modelId="{BEC6F355-21A5-4BEB-89E1-0DA542FD0AA5}" type="presParOf" srcId="{323EA110-F332-4F8C-9E6E-8CCEC5B18C23}" destId="{F55ACBA6-4415-42B1-8A76-4C16E6DB5F2B}" srcOrd="4" destOrd="0" presId="urn:microsoft.com/office/officeart/2018/2/layout/IconVerticalSolidList"/>
    <dgm:cxn modelId="{BBA99F6F-ABC7-4858-BD90-45F7F223A8E8}" type="presParOf" srcId="{F55ACBA6-4415-42B1-8A76-4C16E6DB5F2B}" destId="{E3CAC694-B882-4F3E-8B16-F98FC6AA728A}" srcOrd="0" destOrd="0" presId="urn:microsoft.com/office/officeart/2018/2/layout/IconVerticalSolidList"/>
    <dgm:cxn modelId="{230EC8FF-0A6F-4E2B-8B38-4505309B9184}" type="presParOf" srcId="{F55ACBA6-4415-42B1-8A76-4C16E6DB5F2B}" destId="{7AD68A0A-5344-4EC6-808F-CB6172297557}" srcOrd="1" destOrd="0" presId="urn:microsoft.com/office/officeart/2018/2/layout/IconVerticalSolidList"/>
    <dgm:cxn modelId="{FB85E978-E355-4742-8EA1-8C5AF8B43F37}" type="presParOf" srcId="{F55ACBA6-4415-42B1-8A76-4C16E6DB5F2B}" destId="{3A4F3857-2B14-42EA-BDA7-E6C9B4FE0DFC}" srcOrd="2" destOrd="0" presId="urn:microsoft.com/office/officeart/2018/2/layout/IconVerticalSolidList"/>
    <dgm:cxn modelId="{6E51351B-8D4F-4D42-86D0-9744F910800E}" type="presParOf" srcId="{F55ACBA6-4415-42B1-8A76-4C16E6DB5F2B}" destId="{D31F2306-E3CE-4397-8CD0-9CAFD38658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E8056DF-9671-43BB-A81E-859847D8B4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04E53C0-9F7D-4368-892B-07682F502EA1}">
      <dgm:prSet/>
      <dgm:spPr/>
      <dgm:t>
        <a:bodyPr/>
        <a:lstStyle/>
        <a:p>
          <a:r>
            <a:rPr lang="en-US" dirty="0"/>
            <a:t>Create new meaningful variables</a:t>
          </a:r>
        </a:p>
      </dgm:t>
    </dgm:pt>
    <dgm:pt modelId="{6D5F7334-6F94-4968-8AAB-5ED0ADB1B582}" type="parTrans" cxnId="{18F66059-6B47-42EC-8862-84D8B13358FB}">
      <dgm:prSet/>
      <dgm:spPr/>
      <dgm:t>
        <a:bodyPr/>
        <a:lstStyle/>
        <a:p>
          <a:endParaRPr lang="en-US"/>
        </a:p>
      </dgm:t>
    </dgm:pt>
    <dgm:pt modelId="{C9B53760-CDC1-4B71-BD79-C4A5A96A8BC9}" type="sibTrans" cxnId="{18F66059-6B47-42EC-8862-84D8B13358FB}">
      <dgm:prSet/>
      <dgm:spPr/>
      <dgm:t>
        <a:bodyPr/>
        <a:lstStyle/>
        <a:p>
          <a:endParaRPr lang="en-US"/>
        </a:p>
      </dgm:t>
    </dgm:pt>
    <dgm:pt modelId="{352AA23A-D8D7-4251-8F28-0A5E026CF8CA}">
      <dgm:prSet/>
      <dgm:spPr/>
      <dgm:t>
        <a:bodyPr/>
        <a:lstStyle/>
        <a:p>
          <a:r>
            <a:rPr lang="en-US" dirty="0"/>
            <a:t>Improve prediction accuracy</a:t>
          </a:r>
        </a:p>
      </dgm:t>
    </dgm:pt>
    <dgm:pt modelId="{EF609099-B947-4145-8B1A-F202E7F42A47}" type="parTrans" cxnId="{619683D7-824E-4FE9-AAFD-F0AFA4543795}">
      <dgm:prSet/>
      <dgm:spPr/>
      <dgm:t>
        <a:bodyPr/>
        <a:lstStyle/>
        <a:p>
          <a:endParaRPr lang="en-US"/>
        </a:p>
      </dgm:t>
    </dgm:pt>
    <dgm:pt modelId="{FD512841-0DC2-42FC-B147-17ECC95C8D78}" type="sibTrans" cxnId="{619683D7-824E-4FE9-AAFD-F0AFA4543795}">
      <dgm:prSet/>
      <dgm:spPr/>
      <dgm:t>
        <a:bodyPr/>
        <a:lstStyle/>
        <a:p>
          <a:endParaRPr lang="en-US"/>
        </a:p>
      </dgm:t>
    </dgm:pt>
    <dgm:pt modelId="{2E5C4DCE-9054-4ECB-A5D8-B88340BD8B88}" type="pres">
      <dgm:prSet presAssocID="{1E8056DF-9671-43BB-A81E-859847D8B42E}" presName="root" presStyleCnt="0">
        <dgm:presLayoutVars>
          <dgm:dir/>
          <dgm:resizeHandles val="exact"/>
        </dgm:presLayoutVars>
      </dgm:prSet>
      <dgm:spPr/>
    </dgm:pt>
    <dgm:pt modelId="{7B7FCB50-861D-4271-BF42-83711EA3A0C2}" type="pres">
      <dgm:prSet presAssocID="{B04E53C0-9F7D-4368-892B-07682F502EA1}" presName="compNode" presStyleCnt="0"/>
      <dgm:spPr/>
    </dgm:pt>
    <dgm:pt modelId="{F7C5EC57-5FB2-475D-9972-7416451559D3}" type="pres">
      <dgm:prSet presAssocID="{B04E53C0-9F7D-4368-892B-07682F502EA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E4B0AC27-D84A-40F6-BC29-F98862D09146}" type="pres">
      <dgm:prSet presAssocID="{B04E53C0-9F7D-4368-892B-07682F502EA1}" presName="spaceRect" presStyleCnt="0"/>
      <dgm:spPr/>
    </dgm:pt>
    <dgm:pt modelId="{1A51F62A-FF19-4825-9B12-05DC53D1CD8D}" type="pres">
      <dgm:prSet presAssocID="{B04E53C0-9F7D-4368-892B-07682F502EA1}" presName="textRect" presStyleLbl="revTx" presStyleIdx="0" presStyleCnt="2">
        <dgm:presLayoutVars>
          <dgm:chMax val="1"/>
          <dgm:chPref val="1"/>
        </dgm:presLayoutVars>
      </dgm:prSet>
      <dgm:spPr/>
    </dgm:pt>
    <dgm:pt modelId="{50FF3088-AA92-49F7-B75D-D83603DA8F9E}" type="pres">
      <dgm:prSet presAssocID="{C9B53760-CDC1-4B71-BD79-C4A5A96A8BC9}" presName="sibTrans" presStyleCnt="0"/>
      <dgm:spPr/>
    </dgm:pt>
    <dgm:pt modelId="{90D77D61-EF49-4495-BAE9-225565935294}" type="pres">
      <dgm:prSet presAssocID="{352AA23A-D8D7-4251-8F28-0A5E026CF8CA}" presName="compNode" presStyleCnt="0"/>
      <dgm:spPr/>
    </dgm:pt>
    <dgm:pt modelId="{E9AE0893-073E-4C63-B598-701DB877E717}" type="pres">
      <dgm:prSet presAssocID="{352AA23A-D8D7-4251-8F28-0A5E026CF8C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7330965-69AE-4760-BDB2-DA139ADA1E83}" type="pres">
      <dgm:prSet presAssocID="{352AA23A-D8D7-4251-8F28-0A5E026CF8CA}" presName="spaceRect" presStyleCnt="0"/>
      <dgm:spPr/>
    </dgm:pt>
    <dgm:pt modelId="{B42F4066-7390-4762-8BC5-C36F0984AA70}" type="pres">
      <dgm:prSet presAssocID="{352AA23A-D8D7-4251-8F28-0A5E026CF8C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8F66059-6B47-42EC-8862-84D8B13358FB}" srcId="{1E8056DF-9671-43BB-A81E-859847D8B42E}" destId="{B04E53C0-9F7D-4368-892B-07682F502EA1}" srcOrd="0" destOrd="0" parTransId="{6D5F7334-6F94-4968-8AAB-5ED0ADB1B582}" sibTransId="{C9B53760-CDC1-4B71-BD79-C4A5A96A8BC9}"/>
    <dgm:cxn modelId="{B5A42291-C73F-4A9E-B1A9-275E4DEEE1B2}" type="presOf" srcId="{B04E53C0-9F7D-4368-892B-07682F502EA1}" destId="{1A51F62A-FF19-4825-9B12-05DC53D1CD8D}" srcOrd="0" destOrd="0" presId="urn:microsoft.com/office/officeart/2018/2/layout/IconLabelList"/>
    <dgm:cxn modelId="{AABF15B9-9D0B-413B-B2FD-8FCEEBADAC77}" type="presOf" srcId="{1E8056DF-9671-43BB-A81E-859847D8B42E}" destId="{2E5C4DCE-9054-4ECB-A5D8-B88340BD8B88}" srcOrd="0" destOrd="0" presId="urn:microsoft.com/office/officeart/2018/2/layout/IconLabelList"/>
    <dgm:cxn modelId="{915829D7-E1FD-4F3B-A3FE-8E33FFD3BD2D}" type="presOf" srcId="{352AA23A-D8D7-4251-8F28-0A5E026CF8CA}" destId="{B42F4066-7390-4762-8BC5-C36F0984AA70}" srcOrd="0" destOrd="0" presId="urn:microsoft.com/office/officeart/2018/2/layout/IconLabelList"/>
    <dgm:cxn modelId="{619683D7-824E-4FE9-AAFD-F0AFA4543795}" srcId="{1E8056DF-9671-43BB-A81E-859847D8B42E}" destId="{352AA23A-D8D7-4251-8F28-0A5E026CF8CA}" srcOrd="1" destOrd="0" parTransId="{EF609099-B947-4145-8B1A-F202E7F42A47}" sibTransId="{FD512841-0DC2-42FC-B147-17ECC95C8D78}"/>
    <dgm:cxn modelId="{DB39EB8F-284F-4F36-9E20-D81F0A3D0FD9}" type="presParOf" srcId="{2E5C4DCE-9054-4ECB-A5D8-B88340BD8B88}" destId="{7B7FCB50-861D-4271-BF42-83711EA3A0C2}" srcOrd="0" destOrd="0" presId="urn:microsoft.com/office/officeart/2018/2/layout/IconLabelList"/>
    <dgm:cxn modelId="{50C62B7B-2F1D-4F3E-84CB-75E9846CD67D}" type="presParOf" srcId="{7B7FCB50-861D-4271-BF42-83711EA3A0C2}" destId="{F7C5EC57-5FB2-475D-9972-7416451559D3}" srcOrd="0" destOrd="0" presId="urn:microsoft.com/office/officeart/2018/2/layout/IconLabelList"/>
    <dgm:cxn modelId="{2BEF33A8-A6EC-4912-A3E5-09D1352DDC70}" type="presParOf" srcId="{7B7FCB50-861D-4271-BF42-83711EA3A0C2}" destId="{E4B0AC27-D84A-40F6-BC29-F98862D09146}" srcOrd="1" destOrd="0" presId="urn:microsoft.com/office/officeart/2018/2/layout/IconLabelList"/>
    <dgm:cxn modelId="{2FCEB566-62E6-4D36-AC14-605AA7F5B71D}" type="presParOf" srcId="{7B7FCB50-861D-4271-BF42-83711EA3A0C2}" destId="{1A51F62A-FF19-4825-9B12-05DC53D1CD8D}" srcOrd="2" destOrd="0" presId="urn:microsoft.com/office/officeart/2018/2/layout/IconLabelList"/>
    <dgm:cxn modelId="{67CFE839-3F41-48E8-A6D1-47EBD0781937}" type="presParOf" srcId="{2E5C4DCE-9054-4ECB-A5D8-B88340BD8B88}" destId="{50FF3088-AA92-49F7-B75D-D83603DA8F9E}" srcOrd="1" destOrd="0" presId="urn:microsoft.com/office/officeart/2018/2/layout/IconLabelList"/>
    <dgm:cxn modelId="{FE0F148B-9CDA-4077-844C-F28B9888C2D2}" type="presParOf" srcId="{2E5C4DCE-9054-4ECB-A5D8-B88340BD8B88}" destId="{90D77D61-EF49-4495-BAE9-225565935294}" srcOrd="2" destOrd="0" presId="urn:microsoft.com/office/officeart/2018/2/layout/IconLabelList"/>
    <dgm:cxn modelId="{74021589-31B2-4BF2-8FD7-637B19E6039D}" type="presParOf" srcId="{90D77D61-EF49-4495-BAE9-225565935294}" destId="{E9AE0893-073E-4C63-B598-701DB877E717}" srcOrd="0" destOrd="0" presId="urn:microsoft.com/office/officeart/2018/2/layout/IconLabelList"/>
    <dgm:cxn modelId="{83C67DFC-29F0-4411-A8B8-6E21C94E6CFB}" type="presParOf" srcId="{90D77D61-EF49-4495-BAE9-225565935294}" destId="{37330965-69AE-4760-BDB2-DA139ADA1E83}" srcOrd="1" destOrd="0" presId="urn:microsoft.com/office/officeart/2018/2/layout/IconLabelList"/>
    <dgm:cxn modelId="{3EA23550-F4E4-4F4A-B334-4024E9E282A2}" type="presParOf" srcId="{90D77D61-EF49-4495-BAE9-225565935294}" destId="{B42F4066-7390-4762-8BC5-C36F0984AA7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A6C1971-DA6E-44C6-B752-D78B3B65AA6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26F1DB4-3CD0-4669-8A61-18916C1CAD8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Algorithm selection</a:t>
          </a:r>
        </a:p>
      </dgm:t>
    </dgm:pt>
    <dgm:pt modelId="{53667849-36A6-4604-B719-2572EEC9209B}" type="parTrans" cxnId="{31928036-B6C7-44B1-A753-E6E9871E2DB5}">
      <dgm:prSet/>
      <dgm:spPr/>
      <dgm:t>
        <a:bodyPr/>
        <a:lstStyle/>
        <a:p>
          <a:endParaRPr lang="en-US"/>
        </a:p>
      </dgm:t>
    </dgm:pt>
    <dgm:pt modelId="{1F2486B5-48C4-4BC8-970D-6B28D5729A38}" type="sibTrans" cxnId="{31928036-B6C7-44B1-A753-E6E9871E2DB5}">
      <dgm:prSet/>
      <dgm:spPr/>
      <dgm:t>
        <a:bodyPr/>
        <a:lstStyle/>
        <a:p>
          <a:endParaRPr lang="en-US"/>
        </a:p>
      </dgm:t>
    </dgm:pt>
    <dgm:pt modelId="{269B7308-C84D-46CE-9F81-2AA7D36F63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Hyperparameter tuning</a:t>
          </a:r>
        </a:p>
      </dgm:t>
    </dgm:pt>
    <dgm:pt modelId="{D28D81E9-5BAA-492E-AD48-881159669CFE}" type="parTrans" cxnId="{E86FBFE9-5158-40CB-9104-9F1DBB38DFF1}">
      <dgm:prSet/>
      <dgm:spPr/>
      <dgm:t>
        <a:bodyPr/>
        <a:lstStyle/>
        <a:p>
          <a:endParaRPr lang="en-US"/>
        </a:p>
      </dgm:t>
    </dgm:pt>
    <dgm:pt modelId="{13555217-32E4-4F21-962E-9916AFF53812}" type="sibTrans" cxnId="{E86FBFE9-5158-40CB-9104-9F1DBB38DFF1}">
      <dgm:prSet/>
      <dgm:spPr/>
      <dgm:t>
        <a:bodyPr/>
        <a:lstStyle/>
        <a:p>
          <a:endParaRPr lang="en-US"/>
        </a:p>
      </dgm:t>
    </dgm:pt>
    <dgm:pt modelId="{ABDD8702-37E6-4096-AEEF-60CC9FD433E3}" type="pres">
      <dgm:prSet presAssocID="{7A6C1971-DA6E-44C6-B752-D78B3B65AA65}" presName="root" presStyleCnt="0">
        <dgm:presLayoutVars>
          <dgm:dir/>
          <dgm:resizeHandles val="exact"/>
        </dgm:presLayoutVars>
      </dgm:prSet>
      <dgm:spPr/>
    </dgm:pt>
    <dgm:pt modelId="{51CE1B50-5629-4460-80CB-82121A982957}" type="pres">
      <dgm:prSet presAssocID="{626F1DB4-3CD0-4669-8A61-18916C1CAD88}" presName="compNode" presStyleCnt="0"/>
      <dgm:spPr/>
    </dgm:pt>
    <dgm:pt modelId="{B789C9E4-B2A4-40CF-A70B-88A6A930D2D9}" type="pres">
      <dgm:prSet presAssocID="{626F1DB4-3CD0-4669-8A61-18916C1CAD88}" presName="iconBgRect" presStyleLbl="bgShp" presStyleIdx="0" presStyleCnt="2"/>
      <dgm:spPr/>
    </dgm:pt>
    <dgm:pt modelId="{FC2CAB22-C6BA-4FC4-B6DA-D2EAD1032169}" type="pres">
      <dgm:prSet presAssocID="{626F1DB4-3CD0-4669-8A61-18916C1CAD8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3F9DCBA-4316-4753-BBD7-9750B1A589DF}" type="pres">
      <dgm:prSet presAssocID="{626F1DB4-3CD0-4669-8A61-18916C1CAD88}" presName="spaceRect" presStyleCnt="0"/>
      <dgm:spPr/>
    </dgm:pt>
    <dgm:pt modelId="{0BA2ABD1-5006-4B1E-A49F-5BE690F6F436}" type="pres">
      <dgm:prSet presAssocID="{626F1DB4-3CD0-4669-8A61-18916C1CAD88}" presName="textRect" presStyleLbl="revTx" presStyleIdx="0" presStyleCnt="2">
        <dgm:presLayoutVars>
          <dgm:chMax val="1"/>
          <dgm:chPref val="1"/>
        </dgm:presLayoutVars>
      </dgm:prSet>
      <dgm:spPr/>
    </dgm:pt>
    <dgm:pt modelId="{7A391D86-1AC8-42AE-8211-E1EE23D2B231}" type="pres">
      <dgm:prSet presAssocID="{1F2486B5-48C4-4BC8-970D-6B28D5729A38}" presName="sibTrans" presStyleCnt="0"/>
      <dgm:spPr/>
    </dgm:pt>
    <dgm:pt modelId="{84FF513D-B69C-4C08-8A7A-97F56993B055}" type="pres">
      <dgm:prSet presAssocID="{269B7308-C84D-46CE-9F81-2AA7D36F630A}" presName="compNode" presStyleCnt="0"/>
      <dgm:spPr/>
    </dgm:pt>
    <dgm:pt modelId="{0AC16039-8CC5-4850-840B-8A99D6C4FA65}" type="pres">
      <dgm:prSet presAssocID="{269B7308-C84D-46CE-9F81-2AA7D36F630A}" presName="iconBgRect" presStyleLbl="bgShp" presStyleIdx="1" presStyleCnt="2"/>
      <dgm:spPr/>
    </dgm:pt>
    <dgm:pt modelId="{41FEA8D7-D131-45C7-A741-E01E73CDFFEF}" type="pres">
      <dgm:prSet presAssocID="{269B7308-C84D-46CE-9F81-2AA7D36F630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9F5D3D3-469B-4A6C-B3B6-62C41996E61D}" type="pres">
      <dgm:prSet presAssocID="{269B7308-C84D-46CE-9F81-2AA7D36F630A}" presName="spaceRect" presStyleCnt="0"/>
      <dgm:spPr/>
    </dgm:pt>
    <dgm:pt modelId="{945E15EF-D432-4668-9422-DE47BCAF0A58}" type="pres">
      <dgm:prSet presAssocID="{269B7308-C84D-46CE-9F81-2AA7D36F630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0553524-6647-44A9-B9E2-EC238B31AFC1}" type="presOf" srcId="{626F1DB4-3CD0-4669-8A61-18916C1CAD88}" destId="{0BA2ABD1-5006-4B1E-A49F-5BE690F6F436}" srcOrd="0" destOrd="0" presId="urn:microsoft.com/office/officeart/2018/5/layout/IconCircleLabelList"/>
    <dgm:cxn modelId="{31928036-B6C7-44B1-A753-E6E9871E2DB5}" srcId="{7A6C1971-DA6E-44C6-B752-D78B3B65AA65}" destId="{626F1DB4-3CD0-4669-8A61-18916C1CAD88}" srcOrd="0" destOrd="0" parTransId="{53667849-36A6-4604-B719-2572EEC9209B}" sibTransId="{1F2486B5-48C4-4BC8-970D-6B28D5729A38}"/>
    <dgm:cxn modelId="{BB65D14D-4552-4275-870A-E2593E3D9FC5}" type="presOf" srcId="{7A6C1971-DA6E-44C6-B752-D78B3B65AA65}" destId="{ABDD8702-37E6-4096-AEEF-60CC9FD433E3}" srcOrd="0" destOrd="0" presId="urn:microsoft.com/office/officeart/2018/5/layout/IconCircleLabelList"/>
    <dgm:cxn modelId="{936A699B-32FA-4EFF-AA93-8443675557AB}" type="presOf" srcId="{269B7308-C84D-46CE-9F81-2AA7D36F630A}" destId="{945E15EF-D432-4668-9422-DE47BCAF0A58}" srcOrd="0" destOrd="0" presId="urn:microsoft.com/office/officeart/2018/5/layout/IconCircleLabelList"/>
    <dgm:cxn modelId="{E86FBFE9-5158-40CB-9104-9F1DBB38DFF1}" srcId="{7A6C1971-DA6E-44C6-B752-D78B3B65AA65}" destId="{269B7308-C84D-46CE-9F81-2AA7D36F630A}" srcOrd="1" destOrd="0" parTransId="{D28D81E9-5BAA-492E-AD48-881159669CFE}" sibTransId="{13555217-32E4-4F21-962E-9916AFF53812}"/>
    <dgm:cxn modelId="{1C3A390B-A45A-43A5-9496-751FD47D34EC}" type="presParOf" srcId="{ABDD8702-37E6-4096-AEEF-60CC9FD433E3}" destId="{51CE1B50-5629-4460-80CB-82121A982957}" srcOrd="0" destOrd="0" presId="urn:microsoft.com/office/officeart/2018/5/layout/IconCircleLabelList"/>
    <dgm:cxn modelId="{59FD6895-1330-41D6-BE9E-8C72B0297FAE}" type="presParOf" srcId="{51CE1B50-5629-4460-80CB-82121A982957}" destId="{B789C9E4-B2A4-40CF-A70B-88A6A930D2D9}" srcOrd="0" destOrd="0" presId="urn:microsoft.com/office/officeart/2018/5/layout/IconCircleLabelList"/>
    <dgm:cxn modelId="{FA14ABA2-3308-42F9-B23B-0EF4E41E27B7}" type="presParOf" srcId="{51CE1B50-5629-4460-80CB-82121A982957}" destId="{FC2CAB22-C6BA-4FC4-B6DA-D2EAD1032169}" srcOrd="1" destOrd="0" presId="urn:microsoft.com/office/officeart/2018/5/layout/IconCircleLabelList"/>
    <dgm:cxn modelId="{04F6E062-2D51-4A5D-9B5D-9FE5929722F2}" type="presParOf" srcId="{51CE1B50-5629-4460-80CB-82121A982957}" destId="{13F9DCBA-4316-4753-BBD7-9750B1A589DF}" srcOrd="2" destOrd="0" presId="urn:microsoft.com/office/officeart/2018/5/layout/IconCircleLabelList"/>
    <dgm:cxn modelId="{BFDA4263-AD4F-4822-847D-2457F8C525DE}" type="presParOf" srcId="{51CE1B50-5629-4460-80CB-82121A982957}" destId="{0BA2ABD1-5006-4B1E-A49F-5BE690F6F436}" srcOrd="3" destOrd="0" presId="urn:microsoft.com/office/officeart/2018/5/layout/IconCircleLabelList"/>
    <dgm:cxn modelId="{547FC8C2-4DE8-4B75-9934-DC9FABC0CEC0}" type="presParOf" srcId="{ABDD8702-37E6-4096-AEEF-60CC9FD433E3}" destId="{7A391D86-1AC8-42AE-8211-E1EE23D2B231}" srcOrd="1" destOrd="0" presId="urn:microsoft.com/office/officeart/2018/5/layout/IconCircleLabelList"/>
    <dgm:cxn modelId="{A92DB3C6-F768-4481-BBBD-723850D33AE6}" type="presParOf" srcId="{ABDD8702-37E6-4096-AEEF-60CC9FD433E3}" destId="{84FF513D-B69C-4C08-8A7A-97F56993B055}" srcOrd="2" destOrd="0" presId="urn:microsoft.com/office/officeart/2018/5/layout/IconCircleLabelList"/>
    <dgm:cxn modelId="{7793878A-45ED-4412-9152-80E4856A94E1}" type="presParOf" srcId="{84FF513D-B69C-4C08-8A7A-97F56993B055}" destId="{0AC16039-8CC5-4850-840B-8A99D6C4FA65}" srcOrd="0" destOrd="0" presId="urn:microsoft.com/office/officeart/2018/5/layout/IconCircleLabelList"/>
    <dgm:cxn modelId="{F15A8B3F-D89B-4A52-AE21-92841261824D}" type="presParOf" srcId="{84FF513D-B69C-4C08-8A7A-97F56993B055}" destId="{41FEA8D7-D131-45C7-A741-E01E73CDFFEF}" srcOrd="1" destOrd="0" presId="urn:microsoft.com/office/officeart/2018/5/layout/IconCircleLabelList"/>
    <dgm:cxn modelId="{2B9A16B9-4E28-4525-9D27-0C4C84B99A67}" type="presParOf" srcId="{84FF513D-B69C-4C08-8A7A-97F56993B055}" destId="{19F5D3D3-469B-4A6C-B3B6-62C41996E61D}" srcOrd="2" destOrd="0" presId="urn:microsoft.com/office/officeart/2018/5/layout/IconCircleLabelList"/>
    <dgm:cxn modelId="{B84FE37D-55F7-4ABC-B738-0382877973FA}" type="presParOf" srcId="{84FF513D-B69C-4C08-8A7A-97F56993B055}" destId="{945E15EF-D432-4668-9422-DE47BCAF0A5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18C78E9-258B-4C3C-BCCA-CD01F1B495A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2A6A64-F7BF-46EC-B02C-5A7391FF7F5F}">
      <dgm:prSet phldrT="[Text]" phldr="0"/>
      <dgm:spPr/>
      <dgm:t>
        <a:bodyPr/>
        <a:lstStyle/>
        <a:p>
          <a:r>
            <a:rPr lang="en-US" dirty="0"/>
            <a:t>Model Training &amp; Predictions</a:t>
          </a:r>
          <a:endParaRPr lang="en-IN" dirty="0"/>
        </a:p>
      </dgm:t>
    </dgm:pt>
    <dgm:pt modelId="{FAAE29D6-19B5-42E9-A7EC-8D2C60210B24}" type="parTrans" cxnId="{51FD6CC3-5204-4B72-B359-9E9CDF6295E4}">
      <dgm:prSet/>
      <dgm:spPr/>
      <dgm:t>
        <a:bodyPr/>
        <a:lstStyle/>
        <a:p>
          <a:endParaRPr lang="en-IN"/>
        </a:p>
      </dgm:t>
    </dgm:pt>
    <dgm:pt modelId="{28F2400F-6E6A-45F7-A2D5-E134B29BFB19}" type="sibTrans" cxnId="{51FD6CC3-5204-4B72-B359-9E9CDF6295E4}">
      <dgm:prSet/>
      <dgm:spPr/>
      <dgm:t>
        <a:bodyPr/>
        <a:lstStyle/>
        <a:p>
          <a:endParaRPr lang="en-IN"/>
        </a:p>
      </dgm:t>
    </dgm:pt>
    <dgm:pt modelId="{D1E9A608-F104-4194-AC0F-22CE24CA0530}">
      <dgm:prSet phldrT="[Text]" phldr="0"/>
      <dgm:spPr/>
      <dgm:t>
        <a:bodyPr/>
        <a:lstStyle/>
        <a:p>
          <a:r>
            <a:rPr lang="en-US" dirty="0"/>
            <a:t>XAI</a:t>
          </a:r>
          <a:endParaRPr lang="en-IN" dirty="0"/>
        </a:p>
      </dgm:t>
    </dgm:pt>
    <dgm:pt modelId="{104CFF6A-35C6-4792-8BE7-9C67DB8B6E24}" type="parTrans" cxnId="{91B95185-E545-4A39-98BE-4FE627838E25}">
      <dgm:prSet/>
      <dgm:spPr/>
      <dgm:t>
        <a:bodyPr/>
        <a:lstStyle/>
        <a:p>
          <a:endParaRPr lang="en-IN"/>
        </a:p>
      </dgm:t>
    </dgm:pt>
    <dgm:pt modelId="{1DF99C61-1C6A-41F0-984C-5E1E9B162930}" type="sibTrans" cxnId="{91B95185-E545-4A39-98BE-4FE627838E25}">
      <dgm:prSet/>
      <dgm:spPr/>
      <dgm:t>
        <a:bodyPr/>
        <a:lstStyle/>
        <a:p>
          <a:endParaRPr lang="en-IN"/>
        </a:p>
      </dgm:t>
    </dgm:pt>
    <dgm:pt modelId="{9687C9FD-BB21-41A5-83D9-9C6B90CDE0EE}">
      <dgm:prSet phldrT="[Text]" phldr="0"/>
      <dgm:spPr/>
      <dgm:t>
        <a:bodyPr/>
        <a:lstStyle/>
        <a:p>
          <a:r>
            <a:rPr lang="en-US" dirty="0"/>
            <a:t>Insights</a:t>
          </a:r>
          <a:endParaRPr lang="en-IN" dirty="0"/>
        </a:p>
      </dgm:t>
    </dgm:pt>
    <dgm:pt modelId="{6FB53507-A165-4743-8150-4FD4106BE463}" type="parTrans" cxnId="{08F0602C-0293-4DC4-A3B4-08FF1981E889}">
      <dgm:prSet/>
      <dgm:spPr/>
      <dgm:t>
        <a:bodyPr/>
        <a:lstStyle/>
        <a:p>
          <a:endParaRPr lang="en-IN"/>
        </a:p>
      </dgm:t>
    </dgm:pt>
    <dgm:pt modelId="{6EF40E6B-2A75-4A5E-9AEE-CCF91CFFD780}" type="sibTrans" cxnId="{08F0602C-0293-4DC4-A3B4-08FF1981E889}">
      <dgm:prSet/>
      <dgm:spPr/>
      <dgm:t>
        <a:bodyPr/>
        <a:lstStyle/>
        <a:p>
          <a:endParaRPr lang="en-IN"/>
        </a:p>
      </dgm:t>
    </dgm:pt>
    <dgm:pt modelId="{1940BA67-E3FD-43C1-A96B-0F6108D93402}" type="pres">
      <dgm:prSet presAssocID="{218C78E9-258B-4C3C-BCCA-CD01F1B495A8}" presName="Name0" presStyleCnt="0">
        <dgm:presLayoutVars>
          <dgm:dir/>
          <dgm:resizeHandles val="exact"/>
        </dgm:presLayoutVars>
      </dgm:prSet>
      <dgm:spPr/>
    </dgm:pt>
    <dgm:pt modelId="{5DDE8F5E-6244-426C-9F05-CE2876957B75}" type="pres">
      <dgm:prSet presAssocID="{432A6A64-F7BF-46EC-B02C-5A7391FF7F5F}" presName="node" presStyleLbl="node1" presStyleIdx="0" presStyleCnt="3">
        <dgm:presLayoutVars>
          <dgm:bulletEnabled val="1"/>
        </dgm:presLayoutVars>
      </dgm:prSet>
      <dgm:spPr/>
    </dgm:pt>
    <dgm:pt modelId="{A6BBD4EC-4FBE-4A33-868C-0BFDD0AE35BA}" type="pres">
      <dgm:prSet presAssocID="{28F2400F-6E6A-45F7-A2D5-E134B29BFB19}" presName="sibTrans" presStyleLbl="sibTrans2D1" presStyleIdx="0" presStyleCnt="2"/>
      <dgm:spPr/>
    </dgm:pt>
    <dgm:pt modelId="{0373A12E-76E3-46F5-937B-0DDB28526F59}" type="pres">
      <dgm:prSet presAssocID="{28F2400F-6E6A-45F7-A2D5-E134B29BFB19}" presName="connectorText" presStyleLbl="sibTrans2D1" presStyleIdx="0" presStyleCnt="2"/>
      <dgm:spPr/>
    </dgm:pt>
    <dgm:pt modelId="{2F831917-9DC4-4FCC-B143-58F19C6AEDD9}" type="pres">
      <dgm:prSet presAssocID="{D1E9A608-F104-4194-AC0F-22CE24CA0530}" presName="node" presStyleLbl="node1" presStyleIdx="1" presStyleCnt="3">
        <dgm:presLayoutVars>
          <dgm:bulletEnabled val="1"/>
        </dgm:presLayoutVars>
      </dgm:prSet>
      <dgm:spPr/>
    </dgm:pt>
    <dgm:pt modelId="{7DBFC2C5-1C4E-4212-ADA7-9CAFEC0D4653}" type="pres">
      <dgm:prSet presAssocID="{1DF99C61-1C6A-41F0-984C-5E1E9B162930}" presName="sibTrans" presStyleLbl="sibTrans2D1" presStyleIdx="1" presStyleCnt="2"/>
      <dgm:spPr/>
    </dgm:pt>
    <dgm:pt modelId="{C801BFB0-D4A5-4E55-A8B0-D845CC6478E6}" type="pres">
      <dgm:prSet presAssocID="{1DF99C61-1C6A-41F0-984C-5E1E9B162930}" presName="connectorText" presStyleLbl="sibTrans2D1" presStyleIdx="1" presStyleCnt="2"/>
      <dgm:spPr/>
    </dgm:pt>
    <dgm:pt modelId="{8A818A58-A38B-4AE1-95BE-A8FD3F824DFF}" type="pres">
      <dgm:prSet presAssocID="{9687C9FD-BB21-41A5-83D9-9C6B90CDE0EE}" presName="node" presStyleLbl="node1" presStyleIdx="2" presStyleCnt="3">
        <dgm:presLayoutVars>
          <dgm:bulletEnabled val="1"/>
        </dgm:presLayoutVars>
      </dgm:prSet>
      <dgm:spPr/>
    </dgm:pt>
  </dgm:ptLst>
  <dgm:cxnLst>
    <dgm:cxn modelId="{08F0602C-0293-4DC4-A3B4-08FF1981E889}" srcId="{218C78E9-258B-4C3C-BCCA-CD01F1B495A8}" destId="{9687C9FD-BB21-41A5-83D9-9C6B90CDE0EE}" srcOrd="2" destOrd="0" parTransId="{6FB53507-A165-4743-8150-4FD4106BE463}" sibTransId="{6EF40E6B-2A75-4A5E-9AEE-CCF91CFFD780}"/>
    <dgm:cxn modelId="{1B2AE25D-50FE-41AF-84BB-C1B8D5FA2766}" type="presOf" srcId="{28F2400F-6E6A-45F7-A2D5-E134B29BFB19}" destId="{0373A12E-76E3-46F5-937B-0DDB28526F59}" srcOrd="1" destOrd="0" presId="urn:microsoft.com/office/officeart/2005/8/layout/process1"/>
    <dgm:cxn modelId="{64DBD648-FFD4-466F-9A5F-D5ACA9077B8B}" type="presOf" srcId="{D1E9A608-F104-4194-AC0F-22CE24CA0530}" destId="{2F831917-9DC4-4FCC-B143-58F19C6AEDD9}" srcOrd="0" destOrd="0" presId="urn:microsoft.com/office/officeart/2005/8/layout/process1"/>
    <dgm:cxn modelId="{91B95185-E545-4A39-98BE-4FE627838E25}" srcId="{218C78E9-258B-4C3C-BCCA-CD01F1B495A8}" destId="{D1E9A608-F104-4194-AC0F-22CE24CA0530}" srcOrd="1" destOrd="0" parTransId="{104CFF6A-35C6-4792-8BE7-9C67DB8B6E24}" sibTransId="{1DF99C61-1C6A-41F0-984C-5E1E9B162930}"/>
    <dgm:cxn modelId="{16A5E188-8977-41F2-85B5-062F0047DB56}" type="presOf" srcId="{28F2400F-6E6A-45F7-A2D5-E134B29BFB19}" destId="{A6BBD4EC-4FBE-4A33-868C-0BFDD0AE35BA}" srcOrd="0" destOrd="0" presId="urn:microsoft.com/office/officeart/2005/8/layout/process1"/>
    <dgm:cxn modelId="{A263738A-D600-4EAA-9DED-DD147F010ACB}" type="presOf" srcId="{432A6A64-F7BF-46EC-B02C-5A7391FF7F5F}" destId="{5DDE8F5E-6244-426C-9F05-CE2876957B75}" srcOrd="0" destOrd="0" presId="urn:microsoft.com/office/officeart/2005/8/layout/process1"/>
    <dgm:cxn modelId="{2DCCBB8D-E351-4020-9697-5A084C5C19A6}" type="presOf" srcId="{1DF99C61-1C6A-41F0-984C-5E1E9B162930}" destId="{C801BFB0-D4A5-4E55-A8B0-D845CC6478E6}" srcOrd="1" destOrd="0" presId="urn:microsoft.com/office/officeart/2005/8/layout/process1"/>
    <dgm:cxn modelId="{67432DA3-FCCC-42DF-AE23-407A5ECFA22B}" type="presOf" srcId="{218C78E9-258B-4C3C-BCCA-CD01F1B495A8}" destId="{1940BA67-E3FD-43C1-A96B-0F6108D93402}" srcOrd="0" destOrd="0" presId="urn:microsoft.com/office/officeart/2005/8/layout/process1"/>
    <dgm:cxn modelId="{51FD6CC3-5204-4B72-B359-9E9CDF6295E4}" srcId="{218C78E9-258B-4C3C-BCCA-CD01F1B495A8}" destId="{432A6A64-F7BF-46EC-B02C-5A7391FF7F5F}" srcOrd="0" destOrd="0" parTransId="{FAAE29D6-19B5-42E9-A7EC-8D2C60210B24}" sibTransId="{28F2400F-6E6A-45F7-A2D5-E134B29BFB19}"/>
    <dgm:cxn modelId="{12D0C3CF-4B53-411A-8EE8-62DF4CBB0089}" type="presOf" srcId="{1DF99C61-1C6A-41F0-984C-5E1E9B162930}" destId="{7DBFC2C5-1C4E-4212-ADA7-9CAFEC0D4653}" srcOrd="0" destOrd="0" presId="urn:microsoft.com/office/officeart/2005/8/layout/process1"/>
    <dgm:cxn modelId="{47CA27F1-201E-4631-A010-934456E42CC1}" type="presOf" srcId="{9687C9FD-BB21-41A5-83D9-9C6B90CDE0EE}" destId="{8A818A58-A38B-4AE1-95BE-A8FD3F824DFF}" srcOrd="0" destOrd="0" presId="urn:microsoft.com/office/officeart/2005/8/layout/process1"/>
    <dgm:cxn modelId="{86D7960D-0781-42A0-8770-369320D7A7D6}" type="presParOf" srcId="{1940BA67-E3FD-43C1-A96B-0F6108D93402}" destId="{5DDE8F5E-6244-426C-9F05-CE2876957B75}" srcOrd="0" destOrd="0" presId="urn:microsoft.com/office/officeart/2005/8/layout/process1"/>
    <dgm:cxn modelId="{54DFC334-886B-4BCE-9B2C-0184669719DF}" type="presParOf" srcId="{1940BA67-E3FD-43C1-A96B-0F6108D93402}" destId="{A6BBD4EC-4FBE-4A33-868C-0BFDD0AE35BA}" srcOrd="1" destOrd="0" presId="urn:microsoft.com/office/officeart/2005/8/layout/process1"/>
    <dgm:cxn modelId="{FA2CBC2B-0CD7-413E-95A5-3CE4EEF60EE7}" type="presParOf" srcId="{A6BBD4EC-4FBE-4A33-868C-0BFDD0AE35BA}" destId="{0373A12E-76E3-46F5-937B-0DDB28526F59}" srcOrd="0" destOrd="0" presId="urn:microsoft.com/office/officeart/2005/8/layout/process1"/>
    <dgm:cxn modelId="{27F3D68E-4C4C-48D3-B28F-22001081C3C8}" type="presParOf" srcId="{1940BA67-E3FD-43C1-A96B-0F6108D93402}" destId="{2F831917-9DC4-4FCC-B143-58F19C6AEDD9}" srcOrd="2" destOrd="0" presId="urn:microsoft.com/office/officeart/2005/8/layout/process1"/>
    <dgm:cxn modelId="{46386DAC-F305-4178-A242-CB549F04C560}" type="presParOf" srcId="{1940BA67-E3FD-43C1-A96B-0F6108D93402}" destId="{7DBFC2C5-1C4E-4212-ADA7-9CAFEC0D4653}" srcOrd="3" destOrd="0" presId="urn:microsoft.com/office/officeart/2005/8/layout/process1"/>
    <dgm:cxn modelId="{8F4555F7-3DEE-434E-93EC-414BC262F7D2}" type="presParOf" srcId="{7DBFC2C5-1C4E-4212-ADA7-9CAFEC0D4653}" destId="{C801BFB0-D4A5-4E55-A8B0-D845CC6478E6}" srcOrd="0" destOrd="0" presId="urn:microsoft.com/office/officeart/2005/8/layout/process1"/>
    <dgm:cxn modelId="{11DA43C3-79FE-40D2-8F13-9DD989B32979}" type="presParOf" srcId="{1940BA67-E3FD-43C1-A96B-0F6108D93402}" destId="{8A818A58-A38B-4AE1-95BE-A8FD3F824DF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61BA0CA-8DF0-4F96-ADA3-165599707AF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5199079-B6DD-43EF-A8C1-781C78774C5C}">
      <dgm:prSet/>
      <dgm:spPr/>
      <dgm:t>
        <a:bodyPr/>
        <a:lstStyle/>
        <a:p>
          <a:r>
            <a:rPr lang="en-US" dirty="0"/>
            <a:t>Inventory management</a:t>
          </a:r>
        </a:p>
      </dgm:t>
    </dgm:pt>
    <dgm:pt modelId="{D3C8CFAA-865E-4DCF-842F-693FD98E533B}" type="parTrans" cxnId="{24BADF4A-29ED-4328-8F8F-1EABD685271B}">
      <dgm:prSet/>
      <dgm:spPr/>
      <dgm:t>
        <a:bodyPr/>
        <a:lstStyle/>
        <a:p>
          <a:endParaRPr lang="en-US"/>
        </a:p>
      </dgm:t>
    </dgm:pt>
    <dgm:pt modelId="{2D5F3149-B124-437F-AEFB-98F4ED18DCA1}" type="sibTrans" cxnId="{24BADF4A-29ED-4328-8F8F-1EABD685271B}">
      <dgm:prSet/>
      <dgm:spPr/>
      <dgm:t>
        <a:bodyPr/>
        <a:lstStyle/>
        <a:p>
          <a:endParaRPr lang="en-US"/>
        </a:p>
      </dgm:t>
    </dgm:pt>
    <dgm:pt modelId="{F461886C-11D6-4F44-BB95-C021BCB9B6E8}">
      <dgm:prSet/>
      <dgm:spPr/>
      <dgm:t>
        <a:bodyPr/>
        <a:lstStyle/>
        <a:p>
          <a:r>
            <a:rPr lang="en-US" dirty="0"/>
            <a:t>Demand forecasting</a:t>
          </a:r>
        </a:p>
      </dgm:t>
    </dgm:pt>
    <dgm:pt modelId="{57129127-3788-44C3-A183-2764023D1125}" type="parTrans" cxnId="{6AF474E0-28CC-4279-BB90-C2EC0A567329}">
      <dgm:prSet/>
      <dgm:spPr/>
      <dgm:t>
        <a:bodyPr/>
        <a:lstStyle/>
        <a:p>
          <a:endParaRPr lang="en-US"/>
        </a:p>
      </dgm:t>
    </dgm:pt>
    <dgm:pt modelId="{4E5CA185-BC86-48CC-97F1-C2B989FCAB97}" type="sibTrans" cxnId="{6AF474E0-28CC-4279-BB90-C2EC0A567329}">
      <dgm:prSet/>
      <dgm:spPr/>
      <dgm:t>
        <a:bodyPr/>
        <a:lstStyle/>
        <a:p>
          <a:endParaRPr lang="en-US"/>
        </a:p>
      </dgm:t>
    </dgm:pt>
    <dgm:pt modelId="{F819AF6B-2719-41A3-9151-7F13F04E6D17}">
      <dgm:prSet/>
      <dgm:spPr/>
      <dgm:t>
        <a:bodyPr/>
        <a:lstStyle/>
        <a:p>
          <a:r>
            <a:rPr lang="en-US" dirty="0"/>
            <a:t>Revenue growth strategies</a:t>
          </a:r>
        </a:p>
      </dgm:t>
    </dgm:pt>
    <dgm:pt modelId="{477507B0-8024-4D6D-B57A-180FAD9C57AE}" type="parTrans" cxnId="{B78E0D1E-46FF-4FA1-A1D3-E9B3972709CD}">
      <dgm:prSet/>
      <dgm:spPr/>
      <dgm:t>
        <a:bodyPr/>
        <a:lstStyle/>
        <a:p>
          <a:endParaRPr lang="en-US"/>
        </a:p>
      </dgm:t>
    </dgm:pt>
    <dgm:pt modelId="{E97AC300-CBE9-4B26-A6E6-9FF28916153F}" type="sibTrans" cxnId="{B78E0D1E-46FF-4FA1-A1D3-E9B3972709CD}">
      <dgm:prSet/>
      <dgm:spPr/>
      <dgm:t>
        <a:bodyPr/>
        <a:lstStyle/>
        <a:p>
          <a:endParaRPr lang="en-US"/>
        </a:p>
      </dgm:t>
    </dgm:pt>
    <dgm:pt modelId="{CBF3CC16-0C7C-44F5-B166-7680AECC25C2}" type="pres">
      <dgm:prSet presAssocID="{661BA0CA-8DF0-4F96-ADA3-165599707AF5}" presName="root" presStyleCnt="0">
        <dgm:presLayoutVars>
          <dgm:dir/>
          <dgm:resizeHandles val="exact"/>
        </dgm:presLayoutVars>
      </dgm:prSet>
      <dgm:spPr/>
    </dgm:pt>
    <dgm:pt modelId="{E95BE11E-76EF-46D1-B011-AE256A254982}" type="pres">
      <dgm:prSet presAssocID="{E5199079-B6DD-43EF-A8C1-781C78774C5C}" presName="compNode" presStyleCnt="0"/>
      <dgm:spPr/>
    </dgm:pt>
    <dgm:pt modelId="{4FB9F0AB-DEE6-43F4-8AC5-F0AC49CEDEAA}" type="pres">
      <dgm:prSet presAssocID="{E5199079-B6DD-43EF-A8C1-781C78774C5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86826FFE-5765-4358-8542-6C238606F586}" type="pres">
      <dgm:prSet presAssocID="{E5199079-B6DD-43EF-A8C1-781C78774C5C}" presName="spaceRect" presStyleCnt="0"/>
      <dgm:spPr/>
    </dgm:pt>
    <dgm:pt modelId="{7C55C96D-E9E1-40CA-8B56-71DF61098CA7}" type="pres">
      <dgm:prSet presAssocID="{E5199079-B6DD-43EF-A8C1-781C78774C5C}" presName="textRect" presStyleLbl="revTx" presStyleIdx="0" presStyleCnt="3">
        <dgm:presLayoutVars>
          <dgm:chMax val="1"/>
          <dgm:chPref val="1"/>
        </dgm:presLayoutVars>
      </dgm:prSet>
      <dgm:spPr/>
    </dgm:pt>
    <dgm:pt modelId="{F61B0D0F-B7D6-411A-9917-0149E85BCAEE}" type="pres">
      <dgm:prSet presAssocID="{2D5F3149-B124-437F-AEFB-98F4ED18DCA1}" presName="sibTrans" presStyleCnt="0"/>
      <dgm:spPr/>
    </dgm:pt>
    <dgm:pt modelId="{C3D0770B-9BA2-4040-92D5-F7729BBD2D74}" type="pres">
      <dgm:prSet presAssocID="{F461886C-11D6-4F44-BB95-C021BCB9B6E8}" presName="compNode" presStyleCnt="0"/>
      <dgm:spPr/>
    </dgm:pt>
    <dgm:pt modelId="{EE6F80EB-AE7C-4BBC-8880-482CDD7BF174}" type="pres">
      <dgm:prSet presAssocID="{F461886C-11D6-4F44-BB95-C021BCB9B6E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45DEFC8-ECBA-429D-9CB6-EB37F6322606}" type="pres">
      <dgm:prSet presAssocID="{F461886C-11D6-4F44-BB95-C021BCB9B6E8}" presName="spaceRect" presStyleCnt="0"/>
      <dgm:spPr/>
    </dgm:pt>
    <dgm:pt modelId="{BDEC0468-61FB-4DFD-B773-2D36C1601946}" type="pres">
      <dgm:prSet presAssocID="{F461886C-11D6-4F44-BB95-C021BCB9B6E8}" presName="textRect" presStyleLbl="revTx" presStyleIdx="1" presStyleCnt="3">
        <dgm:presLayoutVars>
          <dgm:chMax val="1"/>
          <dgm:chPref val="1"/>
        </dgm:presLayoutVars>
      </dgm:prSet>
      <dgm:spPr/>
    </dgm:pt>
    <dgm:pt modelId="{DB26AA04-F974-4691-BA21-2B76EC1A46D3}" type="pres">
      <dgm:prSet presAssocID="{4E5CA185-BC86-48CC-97F1-C2B989FCAB97}" presName="sibTrans" presStyleCnt="0"/>
      <dgm:spPr/>
    </dgm:pt>
    <dgm:pt modelId="{4A9EA298-4D5A-4DD8-9D04-F7CEC454BA65}" type="pres">
      <dgm:prSet presAssocID="{F819AF6B-2719-41A3-9151-7F13F04E6D17}" presName="compNode" presStyleCnt="0"/>
      <dgm:spPr/>
    </dgm:pt>
    <dgm:pt modelId="{BBDF6A31-C3F3-4FBA-915D-E669FD17EE77}" type="pres">
      <dgm:prSet presAssocID="{F819AF6B-2719-41A3-9151-7F13F04E6D1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397BEC95-2FB5-4210-A4C2-A394B93C5C79}" type="pres">
      <dgm:prSet presAssocID="{F819AF6B-2719-41A3-9151-7F13F04E6D17}" presName="spaceRect" presStyleCnt="0"/>
      <dgm:spPr/>
    </dgm:pt>
    <dgm:pt modelId="{141CDFCB-49F3-419E-A3CB-C92387AC6E5D}" type="pres">
      <dgm:prSet presAssocID="{F819AF6B-2719-41A3-9151-7F13F04E6D1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78E0D1E-46FF-4FA1-A1D3-E9B3972709CD}" srcId="{661BA0CA-8DF0-4F96-ADA3-165599707AF5}" destId="{F819AF6B-2719-41A3-9151-7F13F04E6D17}" srcOrd="2" destOrd="0" parTransId="{477507B0-8024-4D6D-B57A-180FAD9C57AE}" sibTransId="{E97AC300-CBE9-4B26-A6E6-9FF28916153F}"/>
    <dgm:cxn modelId="{758FCF65-C652-4B23-9D1E-77789B7E370B}" type="presOf" srcId="{F461886C-11D6-4F44-BB95-C021BCB9B6E8}" destId="{BDEC0468-61FB-4DFD-B773-2D36C1601946}" srcOrd="0" destOrd="0" presId="urn:microsoft.com/office/officeart/2018/2/layout/IconLabelList"/>
    <dgm:cxn modelId="{24BADF4A-29ED-4328-8F8F-1EABD685271B}" srcId="{661BA0CA-8DF0-4F96-ADA3-165599707AF5}" destId="{E5199079-B6DD-43EF-A8C1-781C78774C5C}" srcOrd="0" destOrd="0" parTransId="{D3C8CFAA-865E-4DCF-842F-693FD98E533B}" sibTransId="{2D5F3149-B124-437F-AEFB-98F4ED18DCA1}"/>
    <dgm:cxn modelId="{BC877950-6434-4539-8FAD-6D5058B5DB26}" type="presOf" srcId="{F819AF6B-2719-41A3-9151-7F13F04E6D17}" destId="{141CDFCB-49F3-419E-A3CB-C92387AC6E5D}" srcOrd="0" destOrd="0" presId="urn:microsoft.com/office/officeart/2018/2/layout/IconLabelList"/>
    <dgm:cxn modelId="{8653F39A-D994-4AF7-BDCB-CD41B96CC167}" type="presOf" srcId="{E5199079-B6DD-43EF-A8C1-781C78774C5C}" destId="{7C55C96D-E9E1-40CA-8B56-71DF61098CA7}" srcOrd="0" destOrd="0" presId="urn:microsoft.com/office/officeart/2018/2/layout/IconLabelList"/>
    <dgm:cxn modelId="{6AF474E0-28CC-4279-BB90-C2EC0A567329}" srcId="{661BA0CA-8DF0-4F96-ADA3-165599707AF5}" destId="{F461886C-11D6-4F44-BB95-C021BCB9B6E8}" srcOrd="1" destOrd="0" parTransId="{57129127-3788-44C3-A183-2764023D1125}" sibTransId="{4E5CA185-BC86-48CC-97F1-C2B989FCAB97}"/>
    <dgm:cxn modelId="{C118F5EA-F588-496E-A0F8-09381BC7319A}" type="presOf" srcId="{661BA0CA-8DF0-4F96-ADA3-165599707AF5}" destId="{CBF3CC16-0C7C-44F5-B166-7680AECC25C2}" srcOrd="0" destOrd="0" presId="urn:microsoft.com/office/officeart/2018/2/layout/IconLabelList"/>
    <dgm:cxn modelId="{B0610A7F-1C91-406D-A880-DB32579F5795}" type="presParOf" srcId="{CBF3CC16-0C7C-44F5-B166-7680AECC25C2}" destId="{E95BE11E-76EF-46D1-B011-AE256A254982}" srcOrd="0" destOrd="0" presId="urn:microsoft.com/office/officeart/2018/2/layout/IconLabelList"/>
    <dgm:cxn modelId="{81703399-9B4E-442B-966D-E6D936220691}" type="presParOf" srcId="{E95BE11E-76EF-46D1-B011-AE256A254982}" destId="{4FB9F0AB-DEE6-43F4-8AC5-F0AC49CEDEAA}" srcOrd="0" destOrd="0" presId="urn:microsoft.com/office/officeart/2018/2/layout/IconLabelList"/>
    <dgm:cxn modelId="{889D9761-CAF8-48E1-9FAA-63CD988D603A}" type="presParOf" srcId="{E95BE11E-76EF-46D1-B011-AE256A254982}" destId="{86826FFE-5765-4358-8542-6C238606F586}" srcOrd="1" destOrd="0" presId="urn:microsoft.com/office/officeart/2018/2/layout/IconLabelList"/>
    <dgm:cxn modelId="{92E94F5E-87DA-4011-B7C0-843D483D129C}" type="presParOf" srcId="{E95BE11E-76EF-46D1-B011-AE256A254982}" destId="{7C55C96D-E9E1-40CA-8B56-71DF61098CA7}" srcOrd="2" destOrd="0" presId="urn:microsoft.com/office/officeart/2018/2/layout/IconLabelList"/>
    <dgm:cxn modelId="{5544EFE1-AB55-47E0-A433-4BA017A2E57C}" type="presParOf" srcId="{CBF3CC16-0C7C-44F5-B166-7680AECC25C2}" destId="{F61B0D0F-B7D6-411A-9917-0149E85BCAEE}" srcOrd="1" destOrd="0" presId="urn:microsoft.com/office/officeart/2018/2/layout/IconLabelList"/>
    <dgm:cxn modelId="{FC854A39-273D-41C4-825C-1D7D7F3EA9E8}" type="presParOf" srcId="{CBF3CC16-0C7C-44F5-B166-7680AECC25C2}" destId="{C3D0770B-9BA2-4040-92D5-F7729BBD2D74}" srcOrd="2" destOrd="0" presId="urn:microsoft.com/office/officeart/2018/2/layout/IconLabelList"/>
    <dgm:cxn modelId="{627D511C-D2DE-4578-B577-996C56008A5B}" type="presParOf" srcId="{C3D0770B-9BA2-4040-92D5-F7729BBD2D74}" destId="{EE6F80EB-AE7C-4BBC-8880-482CDD7BF174}" srcOrd="0" destOrd="0" presId="urn:microsoft.com/office/officeart/2018/2/layout/IconLabelList"/>
    <dgm:cxn modelId="{2C530D42-2BF1-48E3-B5EC-228C7C6BD497}" type="presParOf" srcId="{C3D0770B-9BA2-4040-92D5-F7729BBD2D74}" destId="{445DEFC8-ECBA-429D-9CB6-EB37F6322606}" srcOrd="1" destOrd="0" presId="urn:microsoft.com/office/officeart/2018/2/layout/IconLabelList"/>
    <dgm:cxn modelId="{CE91D4A1-AFCE-4B4D-9247-80BF9593AF7D}" type="presParOf" srcId="{C3D0770B-9BA2-4040-92D5-F7729BBD2D74}" destId="{BDEC0468-61FB-4DFD-B773-2D36C1601946}" srcOrd="2" destOrd="0" presId="urn:microsoft.com/office/officeart/2018/2/layout/IconLabelList"/>
    <dgm:cxn modelId="{5D6E02A8-F764-4B77-8EFF-37F4674EA8B2}" type="presParOf" srcId="{CBF3CC16-0C7C-44F5-B166-7680AECC25C2}" destId="{DB26AA04-F974-4691-BA21-2B76EC1A46D3}" srcOrd="3" destOrd="0" presId="urn:microsoft.com/office/officeart/2018/2/layout/IconLabelList"/>
    <dgm:cxn modelId="{2A42DED3-8437-4223-B2DB-A4650F0D27A8}" type="presParOf" srcId="{CBF3CC16-0C7C-44F5-B166-7680AECC25C2}" destId="{4A9EA298-4D5A-4DD8-9D04-F7CEC454BA65}" srcOrd="4" destOrd="0" presId="urn:microsoft.com/office/officeart/2018/2/layout/IconLabelList"/>
    <dgm:cxn modelId="{BF8C69D4-E5FA-43A3-B8DE-27C8C45A29CD}" type="presParOf" srcId="{4A9EA298-4D5A-4DD8-9D04-F7CEC454BA65}" destId="{BBDF6A31-C3F3-4FBA-915D-E669FD17EE77}" srcOrd="0" destOrd="0" presId="urn:microsoft.com/office/officeart/2018/2/layout/IconLabelList"/>
    <dgm:cxn modelId="{7F22C91F-EF8A-4C43-A624-8D977CD40FFF}" type="presParOf" srcId="{4A9EA298-4D5A-4DD8-9D04-F7CEC454BA65}" destId="{397BEC95-2FB5-4210-A4C2-A394B93C5C79}" srcOrd="1" destOrd="0" presId="urn:microsoft.com/office/officeart/2018/2/layout/IconLabelList"/>
    <dgm:cxn modelId="{063BA1DA-80BD-4717-932B-2A67C6CC6B02}" type="presParOf" srcId="{4A9EA298-4D5A-4DD8-9D04-F7CEC454BA65}" destId="{141CDFCB-49F3-419E-A3CB-C92387AC6E5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773A2F6-A219-4297-AB5B-B143BFC7FFA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C3E61E9-7147-4FF7-93AD-E23D41787BE1}">
      <dgm:prSet/>
      <dgm:spPr/>
      <dgm:t>
        <a:bodyPr/>
        <a:lstStyle/>
        <a:p>
          <a:r>
            <a:rPr lang="en-US"/>
            <a:t>Competitive advantage via ML</a:t>
          </a:r>
        </a:p>
      </dgm:t>
    </dgm:pt>
    <dgm:pt modelId="{3F13B8F1-7E9B-4959-BAE6-FFEAE70037C2}" type="parTrans" cxnId="{7413BDE8-CF8B-4441-82DF-5C50955A5139}">
      <dgm:prSet/>
      <dgm:spPr/>
      <dgm:t>
        <a:bodyPr/>
        <a:lstStyle/>
        <a:p>
          <a:endParaRPr lang="en-US"/>
        </a:p>
      </dgm:t>
    </dgm:pt>
    <dgm:pt modelId="{82274743-055D-47FA-AA47-5FF0D520D60C}" type="sibTrans" cxnId="{7413BDE8-CF8B-4441-82DF-5C50955A5139}">
      <dgm:prSet/>
      <dgm:spPr/>
      <dgm:t>
        <a:bodyPr/>
        <a:lstStyle/>
        <a:p>
          <a:endParaRPr lang="en-US"/>
        </a:p>
      </dgm:t>
    </dgm:pt>
    <dgm:pt modelId="{D4EC442E-6FD2-4B16-8A2A-045153058FEB}">
      <dgm:prSet/>
      <dgm:spPr/>
      <dgm:t>
        <a:bodyPr/>
        <a:lstStyle/>
        <a:p>
          <a:r>
            <a:rPr lang="en-US"/>
            <a:t>Real-time forecasting</a:t>
          </a:r>
        </a:p>
      </dgm:t>
    </dgm:pt>
    <dgm:pt modelId="{F9A91FD3-6B09-41C6-9C2A-17D25AB840AD}" type="parTrans" cxnId="{D833A0E9-1BA1-4874-979E-DA6C03F8CDB8}">
      <dgm:prSet/>
      <dgm:spPr/>
      <dgm:t>
        <a:bodyPr/>
        <a:lstStyle/>
        <a:p>
          <a:endParaRPr lang="en-US"/>
        </a:p>
      </dgm:t>
    </dgm:pt>
    <dgm:pt modelId="{D3BA645E-7A60-4486-BB4A-9B5910470065}" type="sibTrans" cxnId="{D833A0E9-1BA1-4874-979E-DA6C03F8CDB8}">
      <dgm:prSet/>
      <dgm:spPr/>
      <dgm:t>
        <a:bodyPr/>
        <a:lstStyle/>
        <a:p>
          <a:endParaRPr lang="en-US"/>
        </a:p>
      </dgm:t>
    </dgm:pt>
    <dgm:pt modelId="{EF078032-4B50-4268-9FE2-57F4040735E4}">
      <dgm:prSet/>
      <dgm:spPr/>
      <dgm:t>
        <a:bodyPr/>
        <a:lstStyle/>
        <a:p>
          <a:r>
            <a:rPr lang="en-US"/>
            <a:t>Advanced AI &amp; global expansion</a:t>
          </a:r>
        </a:p>
      </dgm:t>
    </dgm:pt>
    <dgm:pt modelId="{E52B9619-DE22-4619-913E-279A1F4D3A54}" type="parTrans" cxnId="{93AA56A0-E9E6-4AF9-AA47-A20CCF5974FE}">
      <dgm:prSet/>
      <dgm:spPr/>
      <dgm:t>
        <a:bodyPr/>
        <a:lstStyle/>
        <a:p>
          <a:endParaRPr lang="en-US"/>
        </a:p>
      </dgm:t>
    </dgm:pt>
    <dgm:pt modelId="{9D885757-F7CA-46D9-AE60-0C882A01E961}" type="sibTrans" cxnId="{93AA56A0-E9E6-4AF9-AA47-A20CCF5974FE}">
      <dgm:prSet/>
      <dgm:spPr/>
      <dgm:t>
        <a:bodyPr/>
        <a:lstStyle/>
        <a:p>
          <a:endParaRPr lang="en-US"/>
        </a:p>
      </dgm:t>
    </dgm:pt>
    <dgm:pt modelId="{56FF4173-0FA5-4886-834C-21A8E6E35177}" type="pres">
      <dgm:prSet presAssocID="{8773A2F6-A219-4297-AB5B-B143BFC7FFAD}" presName="root" presStyleCnt="0">
        <dgm:presLayoutVars>
          <dgm:dir/>
          <dgm:resizeHandles val="exact"/>
        </dgm:presLayoutVars>
      </dgm:prSet>
      <dgm:spPr/>
    </dgm:pt>
    <dgm:pt modelId="{A3A8317D-CF7C-483F-A150-EAD14327B7C4}" type="pres">
      <dgm:prSet presAssocID="{FC3E61E9-7147-4FF7-93AD-E23D41787BE1}" presName="compNode" presStyleCnt="0"/>
      <dgm:spPr/>
    </dgm:pt>
    <dgm:pt modelId="{82C94E2A-6377-40C0-BF17-D9962945E3C5}" type="pres">
      <dgm:prSet presAssocID="{FC3E61E9-7147-4FF7-93AD-E23D41787BE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663EA98-925B-4F3A-A247-6952D288737D}" type="pres">
      <dgm:prSet presAssocID="{FC3E61E9-7147-4FF7-93AD-E23D41787BE1}" presName="spaceRect" presStyleCnt="0"/>
      <dgm:spPr/>
    </dgm:pt>
    <dgm:pt modelId="{F92EB584-7287-414B-A7A4-CB586AC551AF}" type="pres">
      <dgm:prSet presAssocID="{FC3E61E9-7147-4FF7-93AD-E23D41787BE1}" presName="textRect" presStyleLbl="revTx" presStyleIdx="0" presStyleCnt="3">
        <dgm:presLayoutVars>
          <dgm:chMax val="1"/>
          <dgm:chPref val="1"/>
        </dgm:presLayoutVars>
      </dgm:prSet>
      <dgm:spPr/>
    </dgm:pt>
    <dgm:pt modelId="{11E2BD2F-6CBA-4A41-9994-CF73C9CD4EEE}" type="pres">
      <dgm:prSet presAssocID="{82274743-055D-47FA-AA47-5FF0D520D60C}" presName="sibTrans" presStyleCnt="0"/>
      <dgm:spPr/>
    </dgm:pt>
    <dgm:pt modelId="{2F9762A1-B397-4B51-832E-53BDDA7D2EE3}" type="pres">
      <dgm:prSet presAssocID="{D4EC442E-6FD2-4B16-8A2A-045153058FEB}" presName="compNode" presStyleCnt="0"/>
      <dgm:spPr/>
    </dgm:pt>
    <dgm:pt modelId="{59766161-4A09-4F27-8848-D8D8EBFC4470}" type="pres">
      <dgm:prSet presAssocID="{D4EC442E-6FD2-4B16-8A2A-045153058FE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0A6703F-9761-4D76-BC64-BEA5B89062C8}" type="pres">
      <dgm:prSet presAssocID="{D4EC442E-6FD2-4B16-8A2A-045153058FEB}" presName="spaceRect" presStyleCnt="0"/>
      <dgm:spPr/>
    </dgm:pt>
    <dgm:pt modelId="{591F7287-00AC-4C09-981A-FE81458E787C}" type="pres">
      <dgm:prSet presAssocID="{D4EC442E-6FD2-4B16-8A2A-045153058FEB}" presName="textRect" presStyleLbl="revTx" presStyleIdx="1" presStyleCnt="3">
        <dgm:presLayoutVars>
          <dgm:chMax val="1"/>
          <dgm:chPref val="1"/>
        </dgm:presLayoutVars>
      </dgm:prSet>
      <dgm:spPr/>
    </dgm:pt>
    <dgm:pt modelId="{5A981DDA-926E-48E0-A51E-BA0E01D073AD}" type="pres">
      <dgm:prSet presAssocID="{D3BA645E-7A60-4486-BB4A-9B5910470065}" presName="sibTrans" presStyleCnt="0"/>
      <dgm:spPr/>
    </dgm:pt>
    <dgm:pt modelId="{B596EC53-3248-48DA-80CF-FD79E77A67A8}" type="pres">
      <dgm:prSet presAssocID="{EF078032-4B50-4268-9FE2-57F4040735E4}" presName="compNode" presStyleCnt="0"/>
      <dgm:spPr/>
    </dgm:pt>
    <dgm:pt modelId="{3B118AF5-DBCD-45D1-91A8-2CEDEFD12770}" type="pres">
      <dgm:prSet presAssocID="{EF078032-4B50-4268-9FE2-57F4040735E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A8898A7-FF58-4EDC-AE33-BD3785594A54}" type="pres">
      <dgm:prSet presAssocID="{EF078032-4B50-4268-9FE2-57F4040735E4}" presName="spaceRect" presStyleCnt="0"/>
      <dgm:spPr/>
    </dgm:pt>
    <dgm:pt modelId="{E0D502D5-F1F7-46D5-8EBA-BD3389885C65}" type="pres">
      <dgm:prSet presAssocID="{EF078032-4B50-4268-9FE2-57F4040735E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ADEA736-2D26-41F3-BE7D-0447CABC7DBE}" type="presOf" srcId="{D4EC442E-6FD2-4B16-8A2A-045153058FEB}" destId="{591F7287-00AC-4C09-981A-FE81458E787C}" srcOrd="0" destOrd="0" presId="urn:microsoft.com/office/officeart/2018/2/layout/IconLabelList"/>
    <dgm:cxn modelId="{5120DA3C-4128-41E4-8989-1993095A3287}" type="presOf" srcId="{8773A2F6-A219-4297-AB5B-B143BFC7FFAD}" destId="{56FF4173-0FA5-4886-834C-21A8E6E35177}" srcOrd="0" destOrd="0" presId="urn:microsoft.com/office/officeart/2018/2/layout/IconLabelList"/>
    <dgm:cxn modelId="{93AA56A0-E9E6-4AF9-AA47-A20CCF5974FE}" srcId="{8773A2F6-A219-4297-AB5B-B143BFC7FFAD}" destId="{EF078032-4B50-4268-9FE2-57F4040735E4}" srcOrd="2" destOrd="0" parTransId="{E52B9619-DE22-4619-913E-279A1F4D3A54}" sibTransId="{9D885757-F7CA-46D9-AE60-0C882A01E961}"/>
    <dgm:cxn modelId="{108C46BA-8BA0-43D5-95BD-672042161356}" type="presOf" srcId="{FC3E61E9-7147-4FF7-93AD-E23D41787BE1}" destId="{F92EB584-7287-414B-A7A4-CB586AC551AF}" srcOrd="0" destOrd="0" presId="urn:microsoft.com/office/officeart/2018/2/layout/IconLabelList"/>
    <dgm:cxn modelId="{7413BDE8-CF8B-4441-82DF-5C50955A5139}" srcId="{8773A2F6-A219-4297-AB5B-B143BFC7FFAD}" destId="{FC3E61E9-7147-4FF7-93AD-E23D41787BE1}" srcOrd="0" destOrd="0" parTransId="{3F13B8F1-7E9B-4959-BAE6-FFEAE70037C2}" sibTransId="{82274743-055D-47FA-AA47-5FF0D520D60C}"/>
    <dgm:cxn modelId="{D833A0E9-1BA1-4874-979E-DA6C03F8CDB8}" srcId="{8773A2F6-A219-4297-AB5B-B143BFC7FFAD}" destId="{D4EC442E-6FD2-4B16-8A2A-045153058FEB}" srcOrd="1" destOrd="0" parTransId="{F9A91FD3-6B09-41C6-9C2A-17D25AB840AD}" sibTransId="{D3BA645E-7A60-4486-BB4A-9B5910470065}"/>
    <dgm:cxn modelId="{98FE85EC-BD0D-4721-8ED1-0F6FF6A0201E}" type="presOf" srcId="{EF078032-4B50-4268-9FE2-57F4040735E4}" destId="{E0D502D5-F1F7-46D5-8EBA-BD3389885C65}" srcOrd="0" destOrd="0" presId="urn:microsoft.com/office/officeart/2018/2/layout/IconLabelList"/>
    <dgm:cxn modelId="{21EF00B0-10E0-4C5B-A07D-3AA0D6945033}" type="presParOf" srcId="{56FF4173-0FA5-4886-834C-21A8E6E35177}" destId="{A3A8317D-CF7C-483F-A150-EAD14327B7C4}" srcOrd="0" destOrd="0" presId="urn:microsoft.com/office/officeart/2018/2/layout/IconLabelList"/>
    <dgm:cxn modelId="{B4C220DA-6AB4-422C-B557-9B647BA74D41}" type="presParOf" srcId="{A3A8317D-CF7C-483F-A150-EAD14327B7C4}" destId="{82C94E2A-6377-40C0-BF17-D9962945E3C5}" srcOrd="0" destOrd="0" presId="urn:microsoft.com/office/officeart/2018/2/layout/IconLabelList"/>
    <dgm:cxn modelId="{849FDFBA-A3BF-4EB8-8A0F-D7D98C912D55}" type="presParOf" srcId="{A3A8317D-CF7C-483F-A150-EAD14327B7C4}" destId="{6663EA98-925B-4F3A-A247-6952D288737D}" srcOrd="1" destOrd="0" presId="urn:microsoft.com/office/officeart/2018/2/layout/IconLabelList"/>
    <dgm:cxn modelId="{306D5A3C-2D5C-491E-A942-11CA8E5A50B0}" type="presParOf" srcId="{A3A8317D-CF7C-483F-A150-EAD14327B7C4}" destId="{F92EB584-7287-414B-A7A4-CB586AC551AF}" srcOrd="2" destOrd="0" presId="urn:microsoft.com/office/officeart/2018/2/layout/IconLabelList"/>
    <dgm:cxn modelId="{40825561-4140-4633-AAA2-201F1507D9F7}" type="presParOf" srcId="{56FF4173-0FA5-4886-834C-21A8E6E35177}" destId="{11E2BD2F-6CBA-4A41-9994-CF73C9CD4EEE}" srcOrd="1" destOrd="0" presId="urn:microsoft.com/office/officeart/2018/2/layout/IconLabelList"/>
    <dgm:cxn modelId="{231F0C63-FA63-42A4-82BA-8A839162C8EA}" type="presParOf" srcId="{56FF4173-0FA5-4886-834C-21A8E6E35177}" destId="{2F9762A1-B397-4B51-832E-53BDDA7D2EE3}" srcOrd="2" destOrd="0" presId="urn:microsoft.com/office/officeart/2018/2/layout/IconLabelList"/>
    <dgm:cxn modelId="{4BD0F86A-1944-45E7-BD5C-6C8D4E413012}" type="presParOf" srcId="{2F9762A1-B397-4B51-832E-53BDDA7D2EE3}" destId="{59766161-4A09-4F27-8848-D8D8EBFC4470}" srcOrd="0" destOrd="0" presId="urn:microsoft.com/office/officeart/2018/2/layout/IconLabelList"/>
    <dgm:cxn modelId="{F799EC32-183E-47D4-8770-C55C8577E27E}" type="presParOf" srcId="{2F9762A1-B397-4B51-832E-53BDDA7D2EE3}" destId="{90A6703F-9761-4D76-BC64-BEA5B89062C8}" srcOrd="1" destOrd="0" presId="urn:microsoft.com/office/officeart/2018/2/layout/IconLabelList"/>
    <dgm:cxn modelId="{F9B41E95-0467-4A11-B53D-3725BECFA1FD}" type="presParOf" srcId="{2F9762A1-B397-4B51-832E-53BDDA7D2EE3}" destId="{591F7287-00AC-4C09-981A-FE81458E787C}" srcOrd="2" destOrd="0" presId="urn:microsoft.com/office/officeart/2018/2/layout/IconLabelList"/>
    <dgm:cxn modelId="{5006EB44-DCC0-471A-824F-B825A7622D57}" type="presParOf" srcId="{56FF4173-0FA5-4886-834C-21A8E6E35177}" destId="{5A981DDA-926E-48E0-A51E-BA0E01D073AD}" srcOrd="3" destOrd="0" presId="urn:microsoft.com/office/officeart/2018/2/layout/IconLabelList"/>
    <dgm:cxn modelId="{DD666824-BCC7-407B-9435-ED03136EC908}" type="presParOf" srcId="{56FF4173-0FA5-4886-834C-21A8E6E35177}" destId="{B596EC53-3248-48DA-80CF-FD79E77A67A8}" srcOrd="4" destOrd="0" presId="urn:microsoft.com/office/officeart/2018/2/layout/IconLabelList"/>
    <dgm:cxn modelId="{353F48AA-BFAE-4719-BE72-EF50E9EB49E4}" type="presParOf" srcId="{B596EC53-3248-48DA-80CF-FD79E77A67A8}" destId="{3B118AF5-DBCD-45D1-91A8-2CEDEFD12770}" srcOrd="0" destOrd="0" presId="urn:microsoft.com/office/officeart/2018/2/layout/IconLabelList"/>
    <dgm:cxn modelId="{9BA59619-2D5D-4FB3-8EE8-1A90CE38B6AA}" type="presParOf" srcId="{B596EC53-3248-48DA-80CF-FD79E77A67A8}" destId="{8A8898A7-FF58-4EDC-AE33-BD3785594A54}" srcOrd="1" destOrd="0" presId="urn:microsoft.com/office/officeart/2018/2/layout/IconLabelList"/>
    <dgm:cxn modelId="{1E0FC8AA-E7EA-4036-8469-8FA76D4D4726}" type="presParOf" srcId="{B596EC53-3248-48DA-80CF-FD79E77A67A8}" destId="{E0D502D5-F1F7-46D5-8EBA-BD3389885C6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21361-E797-4300-AD3A-4E35D4E1943C}">
      <dsp:nvSpPr>
        <dsp:cNvPr id="0" name=""/>
        <dsp:cNvSpPr/>
      </dsp:nvSpPr>
      <dsp:spPr>
        <a:xfrm>
          <a:off x="0" y="613650"/>
          <a:ext cx="4869656" cy="12331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How ML transforms traditional sales forecasting</a:t>
          </a:r>
        </a:p>
      </dsp:txBody>
      <dsp:txXfrm>
        <a:off x="60199" y="673849"/>
        <a:ext cx="4749258" cy="1112781"/>
      </dsp:txXfrm>
    </dsp:sp>
    <dsp:sp modelId="{DD551647-909B-4F9F-901B-61BAA4F2F84D}">
      <dsp:nvSpPr>
        <dsp:cNvPr id="0" name=""/>
        <dsp:cNvSpPr/>
      </dsp:nvSpPr>
      <dsp:spPr>
        <a:xfrm>
          <a:off x="0" y="1936110"/>
          <a:ext cx="4869656" cy="1233179"/>
        </a:xfrm>
        <a:prstGeom prst="round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Identifies complex, non-linear patterns</a:t>
          </a:r>
        </a:p>
      </dsp:txBody>
      <dsp:txXfrm>
        <a:off x="60199" y="1996309"/>
        <a:ext cx="4749258" cy="1112781"/>
      </dsp:txXfrm>
    </dsp:sp>
    <dsp:sp modelId="{5EF4C133-3A6A-4F99-976E-C2F2331F924D}">
      <dsp:nvSpPr>
        <dsp:cNvPr id="0" name=""/>
        <dsp:cNvSpPr/>
      </dsp:nvSpPr>
      <dsp:spPr>
        <a:xfrm>
          <a:off x="0" y="3258570"/>
          <a:ext cx="4869656" cy="1233179"/>
        </a:xfrm>
        <a:prstGeom prst="round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Enables informed business strategies</a:t>
          </a:r>
        </a:p>
      </dsp:txBody>
      <dsp:txXfrm>
        <a:off x="60199" y="3318769"/>
        <a:ext cx="4749258" cy="1112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4BC1A-1F29-4C4F-8141-76CAF45D97C6}">
      <dsp:nvSpPr>
        <dsp:cNvPr id="0" name=""/>
        <dsp:cNvSpPr/>
      </dsp:nvSpPr>
      <dsp:spPr>
        <a:xfrm>
          <a:off x="0" y="406"/>
          <a:ext cx="7704667" cy="952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680C1-FF41-4499-88BB-47EC224D8D79}">
      <dsp:nvSpPr>
        <dsp:cNvPr id="0" name=""/>
        <dsp:cNvSpPr/>
      </dsp:nvSpPr>
      <dsp:spPr>
        <a:xfrm>
          <a:off x="287980" y="214606"/>
          <a:ext cx="523600" cy="523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48817-BD3E-4420-9E4E-1426BBB8AF8D}">
      <dsp:nvSpPr>
        <dsp:cNvPr id="0" name=""/>
        <dsp:cNvSpPr/>
      </dsp:nvSpPr>
      <dsp:spPr>
        <a:xfrm>
          <a:off x="1099560" y="406"/>
          <a:ext cx="6605106" cy="9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3" tIns="100753" rIns="100753" bIns="1007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Traditional methods miss complex patterns</a:t>
          </a:r>
        </a:p>
      </dsp:txBody>
      <dsp:txXfrm>
        <a:off x="1099560" y="406"/>
        <a:ext cx="6605106" cy="952000"/>
      </dsp:txXfrm>
    </dsp:sp>
    <dsp:sp modelId="{93B95BC4-87CC-4618-BEC7-77C2EE5F18B9}">
      <dsp:nvSpPr>
        <dsp:cNvPr id="0" name=""/>
        <dsp:cNvSpPr/>
      </dsp:nvSpPr>
      <dsp:spPr>
        <a:xfrm>
          <a:off x="0" y="1190407"/>
          <a:ext cx="7704667" cy="952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6102F-F971-468B-B1AC-4C419CEFBEB5}">
      <dsp:nvSpPr>
        <dsp:cNvPr id="0" name=""/>
        <dsp:cNvSpPr/>
      </dsp:nvSpPr>
      <dsp:spPr>
        <a:xfrm>
          <a:off x="287980" y="1404607"/>
          <a:ext cx="523600" cy="523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7364C5-08BE-48AB-973D-424372EF8B75}">
      <dsp:nvSpPr>
        <dsp:cNvPr id="0" name=""/>
        <dsp:cNvSpPr/>
      </dsp:nvSpPr>
      <dsp:spPr>
        <a:xfrm>
          <a:off x="1099560" y="1190407"/>
          <a:ext cx="6605106" cy="9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3" tIns="100753" rIns="100753" bIns="1007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Leads to inaccurate forecasts</a:t>
          </a:r>
        </a:p>
      </dsp:txBody>
      <dsp:txXfrm>
        <a:off x="1099560" y="1190407"/>
        <a:ext cx="6605106" cy="952000"/>
      </dsp:txXfrm>
    </dsp:sp>
    <dsp:sp modelId="{61CBC2F1-04B0-4CEE-B108-60390765505D}">
      <dsp:nvSpPr>
        <dsp:cNvPr id="0" name=""/>
        <dsp:cNvSpPr/>
      </dsp:nvSpPr>
      <dsp:spPr>
        <a:xfrm>
          <a:off x="0" y="2380408"/>
          <a:ext cx="7704667" cy="952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32DD9-9AF9-442F-BE11-F06F8648B227}">
      <dsp:nvSpPr>
        <dsp:cNvPr id="0" name=""/>
        <dsp:cNvSpPr/>
      </dsp:nvSpPr>
      <dsp:spPr>
        <a:xfrm>
          <a:off x="287980" y="2594608"/>
          <a:ext cx="523600" cy="523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5E3BA-1F61-4E65-A453-A0FD54C960B0}">
      <dsp:nvSpPr>
        <dsp:cNvPr id="0" name=""/>
        <dsp:cNvSpPr/>
      </dsp:nvSpPr>
      <dsp:spPr>
        <a:xfrm>
          <a:off x="1099560" y="2380408"/>
          <a:ext cx="6605106" cy="9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3" tIns="100753" rIns="100753" bIns="1007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Results in poor planning &amp; higher risk</a:t>
          </a:r>
        </a:p>
      </dsp:txBody>
      <dsp:txXfrm>
        <a:off x="1099560" y="2380408"/>
        <a:ext cx="6605106" cy="952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F4203-5676-44FF-81E7-5074C7E9A6F8}">
      <dsp:nvSpPr>
        <dsp:cNvPr id="0" name=""/>
        <dsp:cNvSpPr/>
      </dsp:nvSpPr>
      <dsp:spPr>
        <a:xfrm>
          <a:off x="489869" y="333318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AFF7D-E644-489F-B802-155DF5270FC2}">
      <dsp:nvSpPr>
        <dsp:cNvPr id="0" name=""/>
        <dsp:cNvSpPr/>
      </dsp:nvSpPr>
      <dsp:spPr>
        <a:xfrm>
          <a:off x="767745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26C4A-2DDF-41EE-876F-9ABCAF942B65}">
      <dsp:nvSpPr>
        <dsp:cNvPr id="0" name=""/>
        <dsp:cNvSpPr/>
      </dsp:nvSpPr>
      <dsp:spPr>
        <a:xfrm>
          <a:off x="73057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Improve forecasting accuracy</a:t>
          </a:r>
        </a:p>
      </dsp:txBody>
      <dsp:txXfrm>
        <a:off x="73057" y="2043319"/>
        <a:ext cx="2137500" cy="720000"/>
      </dsp:txXfrm>
    </dsp:sp>
    <dsp:sp modelId="{C61B0F56-9A41-4958-A723-68D0B492A6DD}">
      <dsp:nvSpPr>
        <dsp:cNvPr id="0" name=""/>
        <dsp:cNvSpPr/>
      </dsp:nvSpPr>
      <dsp:spPr>
        <a:xfrm>
          <a:off x="3001432" y="333318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A48FCE-C231-4EA4-B867-B9E4CB173786}">
      <dsp:nvSpPr>
        <dsp:cNvPr id="0" name=""/>
        <dsp:cNvSpPr/>
      </dsp:nvSpPr>
      <dsp:spPr>
        <a:xfrm>
          <a:off x="3279307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8F820-9C0E-4E37-A116-B992C9EB594D}">
      <dsp:nvSpPr>
        <dsp:cNvPr id="0" name=""/>
        <dsp:cNvSpPr/>
      </dsp:nvSpPr>
      <dsp:spPr>
        <a:xfrm>
          <a:off x="2584620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 Enable data-driven strategies</a:t>
          </a:r>
        </a:p>
      </dsp:txBody>
      <dsp:txXfrm>
        <a:off x="2584620" y="2043319"/>
        <a:ext cx="2137500" cy="720000"/>
      </dsp:txXfrm>
    </dsp:sp>
    <dsp:sp modelId="{917034D5-A744-439B-8342-B7E866EE467A}">
      <dsp:nvSpPr>
        <dsp:cNvPr id="0" name=""/>
        <dsp:cNvSpPr/>
      </dsp:nvSpPr>
      <dsp:spPr>
        <a:xfrm>
          <a:off x="5512995" y="333318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32D63-744A-4244-B04D-5E26011B15DF}">
      <dsp:nvSpPr>
        <dsp:cNvPr id="0" name=""/>
        <dsp:cNvSpPr/>
      </dsp:nvSpPr>
      <dsp:spPr>
        <a:xfrm>
          <a:off x="5790870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6BA74-FD3C-46C6-8650-C5D33FCBFE97}">
      <dsp:nvSpPr>
        <dsp:cNvPr id="0" name=""/>
        <dsp:cNvSpPr/>
      </dsp:nvSpPr>
      <dsp:spPr>
        <a:xfrm>
          <a:off x="5096182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Optimize inventory, staffing &amp; marketing</a:t>
          </a:r>
        </a:p>
      </dsp:txBody>
      <dsp:txXfrm>
        <a:off x="5096182" y="2043319"/>
        <a:ext cx="2137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645AC-0F79-4788-8FE5-7498D5408F6D}">
      <dsp:nvSpPr>
        <dsp:cNvPr id="0" name=""/>
        <dsp:cNvSpPr/>
      </dsp:nvSpPr>
      <dsp:spPr>
        <a:xfrm>
          <a:off x="0" y="55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59B200-E369-4076-ABD6-16D116E623A0}">
      <dsp:nvSpPr>
        <dsp:cNvPr id="0" name=""/>
        <dsp:cNvSpPr/>
      </dsp:nvSpPr>
      <dsp:spPr>
        <a:xfrm>
          <a:off x="394561" y="29403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0E9D7-067C-4905-A615-109B471502C5}">
      <dsp:nvSpPr>
        <dsp:cNvPr id="0" name=""/>
        <dsp:cNvSpPr/>
      </dsp:nvSpPr>
      <dsp:spPr>
        <a:xfrm>
          <a:off x="1506508" y="55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Traditional forecasting methods</a:t>
          </a:r>
        </a:p>
      </dsp:txBody>
      <dsp:txXfrm>
        <a:off x="1506508" y="557"/>
        <a:ext cx="3171511" cy="1304336"/>
      </dsp:txXfrm>
    </dsp:sp>
    <dsp:sp modelId="{6F2F6039-82F9-47E0-9D7F-5D084E822959}">
      <dsp:nvSpPr>
        <dsp:cNvPr id="0" name=""/>
        <dsp:cNvSpPr/>
      </dsp:nvSpPr>
      <dsp:spPr>
        <a:xfrm>
          <a:off x="0" y="163097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1E7936-B417-4E2F-BB38-B8AD31DB0FEE}">
      <dsp:nvSpPr>
        <dsp:cNvPr id="0" name=""/>
        <dsp:cNvSpPr/>
      </dsp:nvSpPr>
      <dsp:spPr>
        <a:xfrm>
          <a:off x="394561" y="192445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5FC3F-9A98-4EF6-BEFE-E87300B5397F}">
      <dsp:nvSpPr>
        <dsp:cNvPr id="0" name=""/>
        <dsp:cNvSpPr/>
      </dsp:nvSpPr>
      <dsp:spPr>
        <a:xfrm>
          <a:off x="1506508" y="163097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Limited use of historical data</a:t>
          </a:r>
        </a:p>
      </dsp:txBody>
      <dsp:txXfrm>
        <a:off x="1506508" y="1630977"/>
        <a:ext cx="3171511" cy="1304336"/>
      </dsp:txXfrm>
    </dsp:sp>
    <dsp:sp modelId="{92D5F84F-0BB6-44DB-9F5A-9E7B25B128B5}">
      <dsp:nvSpPr>
        <dsp:cNvPr id="0" name=""/>
        <dsp:cNvSpPr/>
      </dsp:nvSpPr>
      <dsp:spPr>
        <a:xfrm>
          <a:off x="0" y="326139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04564-A53D-4C0E-85D6-0979926FA6CB}">
      <dsp:nvSpPr>
        <dsp:cNvPr id="0" name=""/>
        <dsp:cNvSpPr/>
      </dsp:nvSpPr>
      <dsp:spPr>
        <a:xfrm>
          <a:off x="394561" y="355487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E3506-384F-48B7-8AC7-4BED3B5D73FD}">
      <dsp:nvSpPr>
        <dsp:cNvPr id="0" name=""/>
        <dsp:cNvSpPr/>
      </dsp:nvSpPr>
      <dsp:spPr>
        <a:xfrm>
          <a:off x="1506508" y="326139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Reactive decision-making</a:t>
          </a:r>
        </a:p>
      </dsp:txBody>
      <dsp:txXfrm>
        <a:off x="1506508" y="3261397"/>
        <a:ext cx="3171511" cy="13043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3863E-FAF2-4BE5-9378-DBAC746C73EA}">
      <dsp:nvSpPr>
        <dsp:cNvPr id="0" name=""/>
        <dsp:cNvSpPr/>
      </dsp:nvSpPr>
      <dsp:spPr>
        <a:xfrm>
          <a:off x="0" y="55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562C-3E2B-4D6E-A9E2-1EF02A0A6E1E}">
      <dsp:nvSpPr>
        <dsp:cNvPr id="0" name=""/>
        <dsp:cNvSpPr/>
      </dsp:nvSpPr>
      <dsp:spPr>
        <a:xfrm>
          <a:off x="394561" y="29403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6B426-6FA0-44B5-AD1B-8572E6C6E860}">
      <dsp:nvSpPr>
        <dsp:cNvPr id="0" name=""/>
        <dsp:cNvSpPr/>
      </dsp:nvSpPr>
      <dsp:spPr>
        <a:xfrm>
          <a:off x="1506508" y="55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Data-driven ML approach</a:t>
          </a:r>
        </a:p>
      </dsp:txBody>
      <dsp:txXfrm>
        <a:off x="1506508" y="557"/>
        <a:ext cx="3171511" cy="1304336"/>
      </dsp:txXfrm>
    </dsp:sp>
    <dsp:sp modelId="{1202C528-7BE7-45B6-BD79-225490ADF9F2}">
      <dsp:nvSpPr>
        <dsp:cNvPr id="0" name=""/>
        <dsp:cNvSpPr/>
      </dsp:nvSpPr>
      <dsp:spPr>
        <a:xfrm>
          <a:off x="0" y="163097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75D897-CDAA-4917-A720-92178EC3BE3A}">
      <dsp:nvSpPr>
        <dsp:cNvPr id="0" name=""/>
        <dsp:cNvSpPr/>
      </dsp:nvSpPr>
      <dsp:spPr>
        <a:xfrm>
          <a:off x="394561" y="192445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7C8B7-A81A-406D-BEFA-7C4CE833088F}">
      <dsp:nvSpPr>
        <dsp:cNvPr id="0" name=""/>
        <dsp:cNvSpPr/>
      </dsp:nvSpPr>
      <dsp:spPr>
        <a:xfrm>
          <a:off x="1506508" y="163097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Advanced predictive models</a:t>
          </a:r>
        </a:p>
      </dsp:txBody>
      <dsp:txXfrm>
        <a:off x="1506508" y="1630977"/>
        <a:ext cx="3171511" cy="1304336"/>
      </dsp:txXfrm>
    </dsp:sp>
    <dsp:sp modelId="{A33B642A-71C9-44B8-9EDB-6DEFF64D78F1}">
      <dsp:nvSpPr>
        <dsp:cNvPr id="0" name=""/>
        <dsp:cNvSpPr/>
      </dsp:nvSpPr>
      <dsp:spPr>
        <a:xfrm>
          <a:off x="0" y="326139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8D899-6567-4A1C-95A9-892528F4B80B}">
      <dsp:nvSpPr>
        <dsp:cNvPr id="0" name=""/>
        <dsp:cNvSpPr/>
      </dsp:nvSpPr>
      <dsp:spPr>
        <a:xfrm>
          <a:off x="394561" y="355487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4C9AD-3008-457E-8863-07666D756CE8}">
      <dsp:nvSpPr>
        <dsp:cNvPr id="0" name=""/>
        <dsp:cNvSpPr/>
      </dsp:nvSpPr>
      <dsp:spPr>
        <a:xfrm>
          <a:off x="1506508" y="326139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Actionable &amp; reliable forecasts</a:t>
          </a:r>
        </a:p>
      </dsp:txBody>
      <dsp:txXfrm>
        <a:off x="1506508" y="3261397"/>
        <a:ext cx="3171511" cy="13043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FE969-0B27-4795-9CE4-317CE466F4AA}">
      <dsp:nvSpPr>
        <dsp:cNvPr id="0" name=""/>
        <dsp:cNvSpPr/>
      </dsp:nvSpPr>
      <dsp:spPr>
        <a:xfrm>
          <a:off x="0" y="268702"/>
          <a:ext cx="48696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D2BB0-15D1-4089-BA40-C41FFCFB9E0D}">
      <dsp:nvSpPr>
        <dsp:cNvPr id="0" name=""/>
        <dsp:cNvSpPr/>
      </dsp:nvSpPr>
      <dsp:spPr>
        <a:xfrm>
          <a:off x="243482" y="3022"/>
          <a:ext cx="3408759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Programming languages : python</a:t>
          </a:r>
        </a:p>
      </dsp:txBody>
      <dsp:txXfrm>
        <a:off x="269421" y="28961"/>
        <a:ext cx="3356881" cy="479482"/>
      </dsp:txXfrm>
    </dsp:sp>
    <dsp:sp modelId="{B35A8372-0F1B-48D6-A015-51E7DD907E85}">
      <dsp:nvSpPr>
        <dsp:cNvPr id="0" name=""/>
        <dsp:cNvSpPr/>
      </dsp:nvSpPr>
      <dsp:spPr>
        <a:xfrm>
          <a:off x="0" y="1085182"/>
          <a:ext cx="48696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718792"/>
              <a:satOff val="4944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CA86F-9B70-465B-97D7-835DFB58DBF5}">
      <dsp:nvSpPr>
        <dsp:cNvPr id="0" name=""/>
        <dsp:cNvSpPr/>
      </dsp:nvSpPr>
      <dsp:spPr>
        <a:xfrm>
          <a:off x="243482" y="819502"/>
          <a:ext cx="3408759" cy="531360"/>
        </a:xfrm>
        <a:prstGeom prst="roundRect">
          <a:avLst/>
        </a:prstGeom>
        <a:solidFill>
          <a:schemeClr val="accent2">
            <a:hueOff val="-718792"/>
            <a:satOff val="4944"/>
            <a:lumOff val="54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Data preprocessing and manipulation : numpy and pandas</a:t>
          </a:r>
        </a:p>
      </dsp:txBody>
      <dsp:txXfrm>
        <a:off x="269421" y="845441"/>
        <a:ext cx="3356881" cy="479482"/>
      </dsp:txXfrm>
    </dsp:sp>
    <dsp:sp modelId="{76DCF305-16BC-4FA2-AD8B-6000F92C0FD1}">
      <dsp:nvSpPr>
        <dsp:cNvPr id="0" name=""/>
        <dsp:cNvSpPr/>
      </dsp:nvSpPr>
      <dsp:spPr>
        <a:xfrm>
          <a:off x="0" y="1901662"/>
          <a:ext cx="48696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1437584"/>
              <a:satOff val="9889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03555-91D4-49AB-8EDF-58A5B6FC62D4}">
      <dsp:nvSpPr>
        <dsp:cNvPr id="0" name=""/>
        <dsp:cNvSpPr/>
      </dsp:nvSpPr>
      <dsp:spPr>
        <a:xfrm>
          <a:off x="243482" y="1635982"/>
          <a:ext cx="3408759" cy="531360"/>
        </a:xfrm>
        <a:prstGeom prst="roundRect">
          <a:avLst/>
        </a:prstGeom>
        <a:solidFill>
          <a:schemeClr val="accent2">
            <a:hueOff val="-1437584"/>
            <a:satOff val="9889"/>
            <a:lumOff val="109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Machine learning models : </a:t>
          </a:r>
          <a:r>
            <a:rPr lang="en-IN" sz="1000" kern="1200" dirty="0"/>
            <a:t>Scikit-learn, XGBoost</a:t>
          </a:r>
          <a:endParaRPr lang="en-US" sz="1000" kern="1200" dirty="0"/>
        </a:p>
      </dsp:txBody>
      <dsp:txXfrm>
        <a:off x="269421" y="1661921"/>
        <a:ext cx="3356881" cy="479482"/>
      </dsp:txXfrm>
    </dsp:sp>
    <dsp:sp modelId="{0D23506C-56A6-4EE8-BA79-07F961E838C2}">
      <dsp:nvSpPr>
        <dsp:cNvPr id="0" name=""/>
        <dsp:cNvSpPr/>
      </dsp:nvSpPr>
      <dsp:spPr>
        <a:xfrm>
          <a:off x="0" y="2718142"/>
          <a:ext cx="48696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2156377"/>
              <a:satOff val="14833"/>
              <a:lumOff val="1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E4A14-0C77-4271-BDD4-6D03957017C7}">
      <dsp:nvSpPr>
        <dsp:cNvPr id="0" name=""/>
        <dsp:cNvSpPr/>
      </dsp:nvSpPr>
      <dsp:spPr>
        <a:xfrm>
          <a:off x="243482" y="2452462"/>
          <a:ext cx="3408759" cy="531360"/>
        </a:xfrm>
        <a:prstGeom prst="roundRect">
          <a:avLst/>
        </a:prstGeom>
        <a:solidFill>
          <a:schemeClr val="accent2">
            <a:hueOff val="-2156377"/>
            <a:satOff val="14833"/>
            <a:lumOff val="164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Explainable AI (XAI) Layer : SHAP, Feature importance plots</a:t>
          </a:r>
          <a:endParaRPr lang="en-US" sz="1000" kern="1200" dirty="0"/>
        </a:p>
      </dsp:txBody>
      <dsp:txXfrm>
        <a:off x="269421" y="2478401"/>
        <a:ext cx="3356881" cy="479482"/>
      </dsp:txXfrm>
    </dsp:sp>
    <dsp:sp modelId="{4CFB9E8A-4C5C-4A9F-A5A5-E71CDD5283A2}">
      <dsp:nvSpPr>
        <dsp:cNvPr id="0" name=""/>
        <dsp:cNvSpPr/>
      </dsp:nvSpPr>
      <dsp:spPr>
        <a:xfrm>
          <a:off x="0" y="3534622"/>
          <a:ext cx="48696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2875169"/>
              <a:satOff val="19778"/>
              <a:lumOff val="21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6FE81-0BE3-4A96-A063-41BC9C397E05}">
      <dsp:nvSpPr>
        <dsp:cNvPr id="0" name=""/>
        <dsp:cNvSpPr/>
      </dsp:nvSpPr>
      <dsp:spPr>
        <a:xfrm>
          <a:off x="243482" y="3268942"/>
          <a:ext cx="3408759" cy="531360"/>
        </a:xfrm>
        <a:prstGeom prst="roundRect">
          <a:avLst/>
        </a:prstGeom>
        <a:solidFill>
          <a:schemeClr val="accent2">
            <a:hueOff val="-2875169"/>
            <a:satOff val="19778"/>
            <a:lumOff val="219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Visualization &amp; Dashboards: Matplotlib or Seaborn</a:t>
          </a:r>
          <a:endParaRPr lang="en-US" sz="1000" kern="1200" dirty="0"/>
        </a:p>
      </dsp:txBody>
      <dsp:txXfrm>
        <a:off x="269421" y="3294881"/>
        <a:ext cx="3356881" cy="479482"/>
      </dsp:txXfrm>
    </dsp:sp>
    <dsp:sp modelId="{A25BDFBE-B5EA-4B7B-AB5D-3C6A9C0E7D98}">
      <dsp:nvSpPr>
        <dsp:cNvPr id="0" name=""/>
        <dsp:cNvSpPr/>
      </dsp:nvSpPr>
      <dsp:spPr>
        <a:xfrm>
          <a:off x="0" y="4351102"/>
          <a:ext cx="4869656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939" tIns="374904" rIns="377939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 dirty="0"/>
            <a:t> For real time processing : Kafka or spark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 dirty="0"/>
            <a:t> Advances ai : TensorFlow or PyTorch</a:t>
          </a:r>
          <a:endParaRPr lang="en-US" sz="1000" kern="1200" dirty="0"/>
        </a:p>
      </dsp:txBody>
      <dsp:txXfrm>
        <a:off x="0" y="4351102"/>
        <a:ext cx="4869656" cy="751275"/>
      </dsp:txXfrm>
    </dsp:sp>
    <dsp:sp modelId="{24496669-E620-47BF-BBBD-6FD6D3081F93}">
      <dsp:nvSpPr>
        <dsp:cNvPr id="0" name=""/>
        <dsp:cNvSpPr/>
      </dsp:nvSpPr>
      <dsp:spPr>
        <a:xfrm>
          <a:off x="243482" y="4085422"/>
          <a:ext cx="3408759" cy="531360"/>
        </a:xfrm>
        <a:prstGeom prst="round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Future Tech Stack Enhancements:</a:t>
          </a:r>
          <a:endParaRPr lang="en-US" sz="1000" kern="1200"/>
        </a:p>
      </dsp:txBody>
      <dsp:txXfrm>
        <a:off x="269421" y="4111361"/>
        <a:ext cx="3356881" cy="4794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FE72F-7092-4339-AECF-58CF36300D87}">
      <dsp:nvSpPr>
        <dsp:cNvPr id="0" name=""/>
        <dsp:cNvSpPr/>
      </dsp:nvSpPr>
      <dsp:spPr>
        <a:xfrm>
          <a:off x="0" y="2492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51DBA-8D26-44DA-AFD5-A51C77C94474}">
      <dsp:nvSpPr>
        <dsp:cNvPr id="0" name=""/>
        <dsp:cNvSpPr/>
      </dsp:nvSpPr>
      <dsp:spPr>
        <a:xfrm>
          <a:off x="0" y="2492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1. Data Collection</a:t>
          </a:r>
        </a:p>
      </dsp:txBody>
      <dsp:txXfrm>
        <a:off x="0" y="2492"/>
        <a:ext cx="4869656" cy="850069"/>
      </dsp:txXfrm>
    </dsp:sp>
    <dsp:sp modelId="{0FEB2951-C96D-4A0C-8D4F-BBC4721391E0}">
      <dsp:nvSpPr>
        <dsp:cNvPr id="0" name=""/>
        <dsp:cNvSpPr/>
      </dsp:nvSpPr>
      <dsp:spPr>
        <a:xfrm>
          <a:off x="0" y="852561"/>
          <a:ext cx="486965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5269A-AD60-4985-9C57-AD6ABCF5581C}">
      <dsp:nvSpPr>
        <dsp:cNvPr id="0" name=""/>
        <dsp:cNvSpPr/>
      </dsp:nvSpPr>
      <dsp:spPr>
        <a:xfrm>
          <a:off x="0" y="852561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2. Data Preprocessing</a:t>
          </a:r>
        </a:p>
      </dsp:txBody>
      <dsp:txXfrm>
        <a:off x="0" y="852561"/>
        <a:ext cx="4869656" cy="850069"/>
      </dsp:txXfrm>
    </dsp:sp>
    <dsp:sp modelId="{942CA8AD-0F92-439D-AFA8-35CAB018BAFF}">
      <dsp:nvSpPr>
        <dsp:cNvPr id="0" name=""/>
        <dsp:cNvSpPr/>
      </dsp:nvSpPr>
      <dsp:spPr>
        <a:xfrm>
          <a:off x="0" y="1702630"/>
          <a:ext cx="486965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18EE5-3312-4D64-A2F6-F804B4DB3009}">
      <dsp:nvSpPr>
        <dsp:cNvPr id="0" name=""/>
        <dsp:cNvSpPr/>
      </dsp:nvSpPr>
      <dsp:spPr>
        <a:xfrm>
          <a:off x="0" y="1702630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3. Feature Engineering</a:t>
          </a:r>
        </a:p>
      </dsp:txBody>
      <dsp:txXfrm>
        <a:off x="0" y="1702630"/>
        <a:ext cx="4869656" cy="850069"/>
      </dsp:txXfrm>
    </dsp:sp>
    <dsp:sp modelId="{241B2153-E609-46C2-8065-B62E7E62D3E0}">
      <dsp:nvSpPr>
        <dsp:cNvPr id="0" name=""/>
        <dsp:cNvSpPr/>
      </dsp:nvSpPr>
      <dsp:spPr>
        <a:xfrm>
          <a:off x="0" y="2552699"/>
          <a:ext cx="48696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59422-B6A7-4E47-BFA5-8D84B6897356}">
      <dsp:nvSpPr>
        <dsp:cNvPr id="0" name=""/>
        <dsp:cNvSpPr/>
      </dsp:nvSpPr>
      <dsp:spPr>
        <a:xfrm>
          <a:off x="0" y="2552699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4. Model Training &amp; prediction</a:t>
          </a:r>
        </a:p>
      </dsp:txBody>
      <dsp:txXfrm>
        <a:off x="0" y="2552699"/>
        <a:ext cx="4869656" cy="850069"/>
      </dsp:txXfrm>
    </dsp:sp>
    <dsp:sp modelId="{B531B8D7-D747-4474-899B-7B1CA5A4F8DB}">
      <dsp:nvSpPr>
        <dsp:cNvPr id="0" name=""/>
        <dsp:cNvSpPr/>
      </dsp:nvSpPr>
      <dsp:spPr>
        <a:xfrm>
          <a:off x="0" y="3402769"/>
          <a:ext cx="486965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4CE7A-036D-4EA2-B642-BD152989DC5D}">
      <dsp:nvSpPr>
        <dsp:cNvPr id="0" name=""/>
        <dsp:cNvSpPr/>
      </dsp:nvSpPr>
      <dsp:spPr>
        <a:xfrm>
          <a:off x="0" y="3402769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5. Explainable AI (XAI) Layer</a:t>
          </a:r>
          <a:endParaRPr lang="en-US" sz="2900" kern="1200" dirty="0"/>
        </a:p>
      </dsp:txBody>
      <dsp:txXfrm>
        <a:off x="0" y="3402769"/>
        <a:ext cx="4869656" cy="850069"/>
      </dsp:txXfrm>
    </dsp:sp>
    <dsp:sp modelId="{1ECC7C34-E355-498C-BEE3-E69CD4DC5536}">
      <dsp:nvSpPr>
        <dsp:cNvPr id="0" name=""/>
        <dsp:cNvSpPr/>
      </dsp:nvSpPr>
      <dsp:spPr>
        <a:xfrm>
          <a:off x="0" y="4252838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2F20C-622B-4DD9-971E-FBB920346E53}">
      <dsp:nvSpPr>
        <dsp:cNvPr id="0" name=""/>
        <dsp:cNvSpPr/>
      </dsp:nvSpPr>
      <dsp:spPr>
        <a:xfrm>
          <a:off x="0" y="4252838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6. Final Insights</a:t>
          </a:r>
        </a:p>
      </dsp:txBody>
      <dsp:txXfrm>
        <a:off x="0" y="4252838"/>
        <a:ext cx="4869656" cy="8500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A47CD-8314-4697-8AD1-0E277CDE6674}">
      <dsp:nvSpPr>
        <dsp:cNvPr id="0" name=""/>
        <dsp:cNvSpPr/>
      </dsp:nvSpPr>
      <dsp:spPr>
        <a:xfrm>
          <a:off x="677718" y="11606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9100CF-93B2-4CB9-8220-E443E8388CB0}">
      <dsp:nvSpPr>
        <dsp:cNvPr id="0" name=""/>
        <dsp:cNvSpPr/>
      </dsp:nvSpPr>
      <dsp:spPr>
        <a:xfrm>
          <a:off x="933656" y="26754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B154F-2F7F-4054-85D1-BC4BF3FA6927}">
      <dsp:nvSpPr>
        <dsp:cNvPr id="0" name=""/>
        <dsp:cNvSpPr/>
      </dsp:nvSpPr>
      <dsp:spPr>
        <a:xfrm>
          <a:off x="293812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Historical sales data</a:t>
          </a:r>
        </a:p>
      </dsp:txBody>
      <dsp:txXfrm>
        <a:off x="293812" y="1586606"/>
        <a:ext cx="1968750" cy="720000"/>
      </dsp:txXfrm>
    </dsp:sp>
    <dsp:sp modelId="{4CD83CBC-A698-48DB-B5C1-DF1BB5C795F4}">
      <dsp:nvSpPr>
        <dsp:cNvPr id="0" name=""/>
        <dsp:cNvSpPr/>
      </dsp:nvSpPr>
      <dsp:spPr>
        <a:xfrm>
          <a:off x="2990999" y="11606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684AE-F9B2-4865-B882-96455D620F97}">
      <dsp:nvSpPr>
        <dsp:cNvPr id="0" name=""/>
        <dsp:cNvSpPr/>
      </dsp:nvSpPr>
      <dsp:spPr>
        <a:xfrm>
          <a:off x="3246937" y="26754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8A311-BA30-4B43-9A52-58A4402897A0}">
      <dsp:nvSpPr>
        <dsp:cNvPr id="0" name=""/>
        <dsp:cNvSpPr/>
      </dsp:nvSpPr>
      <dsp:spPr>
        <a:xfrm>
          <a:off x="2607093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Large-scale datasets</a:t>
          </a:r>
        </a:p>
      </dsp:txBody>
      <dsp:txXfrm>
        <a:off x="2607093" y="1586606"/>
        <a:ext cx="1968750" cy="720000"/>
      </dsp:txXfrm>
    </dsp:sp>
    <dsp:sp modelId="{3D93EE0F-8372-43EE-92A3-FA824B607231}">
      <dsp:nvSpPr>
        <dsp:cNvPr id="0" name=""/>
        <dsp:cNvSpPr/>
      </dsp:nvSpPr>
      <dsp:spPr>
        <a:xfrm>
          <a:off x="1834359" y="2798793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B876B-5B59-49A9-B98E-8D5EF3307F15}">
      <dsp:nvSpPr>
        <dsp:cNvPr id="0" name=""/>
        <dsp:cNvSpPr/>
      </dsp:nvSpPr>
      <dsp:spPr>
        <a:xfrm>
          <a:off x="2090296" y="3054731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EAA56-6E58-4118-89FA-A3DD2628E77C}">
      <dsp:nvSpPr>
        <dsp:cNvPr id="0" name=""/>
        <dsp:cNvSpPr/>
      </dsp:nvSpPr>
      <dsp:spPr>
        <a:xfrm>
          <a:off x="1450453" y="4373793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 Regional &amp; global adaptability</a:t>
          </a:r>
        </a:p>
      </dsp:txBody>
      <dsp:txXfrm>
        <a:off x="1450453" y="4373793"/>
        <a:ext cx="19687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A50E5-3163-42E8-8876-723C8E0C9521}">
      <dsp:nvSpPr>
        <dsp:cNvPr id="0" name=""/>
        <dsp:cNvSpPr/>
      </dsp:nvSpPr>
      <dsp:spPr>
        <a:xfrm>
          <a:off x="0" y="55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0F17E-E0C4-4A41-A4D0-69F7FF454DD8}">
      <dsp:nvSpPr>
        <dsp:cNvPr id="0" name=""/>
        <dsp:cNvSpPr/>
      </dsp:nvSpPr>
      <dsp:spPr>
        <a:xfrm>
          <a:off x="394561" y="29403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14A79-BDCB-4AA4-8010-EA7F0758EEF4}">
      <dsp:nvSpPr>
        <dsp:cNvPr id="0" name=""/>
        <dsp:cNvSpPr/>
      </dsp:nvSpPr>
      <dsp:spPr>
        <a:xfrm>
          <a:off x="1506508" y="55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 cleaning</a:t>
          </a:r>
        </a:p>
      </dsp:txBody>
      <dsp:txXfrm>
        <a:off x="1506508" y="557"/>
        <a:ext cx="3171511" cy="1304336"/>
      </dsp:txXfrm>
    </dsp:sp>
    <dsp:sp modelId="{75317C46-2E71-4025-9ACA-B4BB7F48FF3F}">
      <dsp:nvSpPr>
        <dsp:cNvPr id="0" name=""/>
        <dsp:cNvSpPr/>
      </dsp:nvSpPr>
      <dsp:spPr>
        <a:xfrm>
          <a:off x="0" y="163097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65BB1-2C49-449D-BC11-87CA40269327}">
      <dsp:nvSpPr>
        <dsp:cNvPr id="0" name=""/>
        <dsp:cNvSpPr/>
      </dsp:nvSpPr>
      <dsp:spPr>
        <a:xfrm>
          <a:off x="394561" y="192445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684E1-ECC7-4D27-9542-63F1DFFECECB}">
      <dsp:nvSpPr>
        <dsp:cNvPr id="0" name=""/>
        <dsp:cNvSpPr/>
      </dsp:nvSpPr>
      <dsp:spPr>
        <a:xfrm>
          <a:off x="1506508" y="163097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Transformation</a:t>
          </a:r>
        </a:p>
      </dsp:txBody>
      <dsp:txXfrm>
        <a:off x="1506508" y="1630977"/>
        <a:ext cx="3171511" cy="1304336"/>
      </dsp:txXfrm>
    </dsp:sp>
    <dsp:sp modelId="{E3CAC694-B882-4F3E-8B16-F98FC6AA728A}">
      <dsp:nvSpPr>
        <dsp:cNvPr id="0" name=""/>
        <dsp:cNvSpPr/>
      </dsp:nvSpPr>
      <dsp:spPr>
        <a:xfrm>
          <a:off x="0" y="326139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68A0A-5344-4EC6-808F-CB6172297557}">
      <dsp:nvSpPr>
        <dsp:cNvPr id="0" name=""/>
        <dsp:cNvSpPr/>
      </dsp:nvSpPr>
      <dsp:spPr>
        <a:xfrm>
          <a:off x="394561" y="355487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F2306-E3CE-4397-8CD0-9CAFD38658D8}">
      <dsp:nvSpPr>
        <dsp:cNvPr id="0" name=""/>
        <dsp:cNvSpPr/>
      </dsp:nvSpPr>
      <dsp:spPr>
        <a:xfrm>
          <a:off x="1506508" y="326139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Quality assurance</a:t>
          </a:r>
        </a:p>
      </dsp:txBody>
      <dsp:txXfrm>
        <a:off x="1506508" y="3261397"/>
        <a:ext cx="3171511" cy="130433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5EC57-5FB2-475D-9972-7416451559D3}">
      <dsp:nvSpPr>
        <dsp:cNvPr id="0" name=""/>
        <dsp:cNvSpPr/>
      </dsp:nvSpPr>
      <dsp:spPr>
        <a:xfrm>
          <a:off x="975166" y="252155"/>
          <a:ext cx="1483312" cy="1483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1F62A-FF19-4825-9B12-05DC53D1CD8D}">
      <dsp:nvSpPr>
        <dsp:cNvPr id="0" name=""/>
        <dsp:cNvSpPr/>
      </dsp:nvSpPr>
      <dsp:spPr>
        <a:xfrm>
          <a:off x="68698" y="2124482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Create new meaningful variables</a:t>
          </a:r>
        </a:p>
      </dsp:txBody>
      <dsp:txXfrm>
        <a:off x="68698" y="2124482"/>
        <a:ext cx="3296250" cy="720000"/>
      </dsp:txXfrm>
    </dsp:sp>
    <dsp:sp modelId="{E9AE0893-073E-4C63-B598-701DB877E717}">
      <dsp:nvSpPr>
        <dsp:cNvPr id="0" name=""/>
        <dsp:cNvSpPr/>
      </dsp:nvSpPr>
      <dsp:spPr>
        <a:xfrm>
          <a:off x="4848260" y="252155"/>
          <a:ext cx="1483312" cy="1483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F4066-7390-4762-8BC5-C36F0984AA70}">
      <dsp:nvSpPr>
        <dsp:cNvPr id="0" name=""/>
        <dsp:cNvSpPr/>
      </dsp:nvSpPr>
      <dsp:spPr>
        <a:xfrm>
          <a:off x="3941791" y="2124482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Improve prediction accuracy</a:t>
          </a:r>
        </a:p>
      </dsp:txBody>
      <dsp:txXfrm>
        <a:off x="3941791" y="2124482"/>
        <a:ext cx="32962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89C9E4-B2A4-40CF-A70B-88A6A930D2D9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2CAB22-C6BA-4FC4-B6DA-D2EAD1032169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2ABD1-5006-4B1E-A49F-5BE690F6F436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Algorithm selection</a:t>
          </a:r>
        </a:p>
      </dsp:txBody>
      <dsp:txXfrm>
        <a:off x="472432" y="2358319"/>
        <a:ext cx="2925000" cy="720000"/>
      </dsp:txXfrm>
    </dsp:sp>
    <dsp:sp modelId="{0AC16039-8CC5-4850-840B-8A99D6C4FA65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FEA8D7-D131-45C7-A741-E01E73CDFFEF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E15EF-D432-4668-9422-DE47BCAF0A58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Hyperparameter tuning</a:t>
          </a:r>
        </a:p>
      </dsp:txBody>
      <dsp:txXfrm>
        <a:off x="3909307" y="2358319"/>
        <a:ext cx="2925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E8F5E-6244-426C-9F05-CE2876957B75}">
      <dsp:nvSpPr>
        <dsp:cNvPr id="0" name=""/>
        <dsp:cNvSpPr/>
      </dsp:nvSpPr>
      <dsp:spPr>
        <a:xfrm>
          <a:off x="6771" y="206606"/>
          <a:ext cx="2023840" cy="1214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Model Training &amp; Predictions</a:t>
          </a:r>
          <a:endParaRPr lang="en-IN" sz="2300" kern="1200" dirty="0"/>
        </a:p>
      </dsp:txBody>
      <dsp:txXfrm>
        <a:off x="42337" y="242172"/>
        <a:ext cx="1952708" cy="1143172"/>
      </dsp:txXfrm>
    </dsp:sp>
    <dsp:sp modelId="{A6BBD4EC-4FBE-4A33-868C-0BFDD0AE35BA}">
      <dsp:nvSpPr>
        <dsp:cNvPr id="0" name=""/>
        <dsp:cNvSpPr/>
      </dsp:nvSpPr>
      <dsp:spPr>
        <a:xfrm>
          <a:off x="2232995" y="562802"/>
          <a:ext cx="429054" cy="5019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2232995" y="663184"/>
        <a:ext cx="300338" cy="301148"/>
      </dsp:txXfrm>
    </dsp:sp>
    <dsp:sp modelId="{2F831917-9DC4-4FCC-B143-58F19C6AEDD9}">
      <dsp:nvSpPr>
        <dsp:cNvPr id="0" name=""/>
        <dsp:cNvSpPr/>
      </dsp:nvSpPr>
      <dsp:spPr>
        <a:xfrm>
          <a:off x="2840148" y="206606"/>
          <a:ext cx="2023840" cy="1214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XAI</a:t>
          </a:r>
          <a:endParaRPr lang="en-IN" sz="2300" kern="1200" dirty="0"/>
        </a:p>
      </dsp:txBody>
      <dsp:txXfrm>
        <a:off x="2875714" y="242172"/>
        <a:ext cx="1952708" cy="1143172"/>
      </dsp:txXfrm>
    </dsp:sp>
    <dsp:sp modelId="{7DBFC2C5-1C4E-4212-ADA7-9CAFEC0D4653}">
      <dsp:nvSpPr>
        <dsp:cNvPr id="0" name=""/>
        <dsp:cNvSpPr/>
      </dsp:nvSpPr>
      <dsp:spPr>
        <a:xfrm>
          <a:off x="5066372" y="562802"/>
          <a:ext cx="429054" cy="5019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5066372" y="663184"/>
        <a:ext cx="300338" cy="301148"/>
      </dsp:txXfrm>
    </dsp:sp>
    <dsp:sp modelId="{8A818A58-A38B-4AE1-95BE-A8FD3F824DFF}">
      <dsp:nvSpPr>
        <dsp:cNvPr id="0" name=""/>
        <dsp:cNvSpPr/>
      </dsp:nvSpPr>
      <dsp:spPr>
        <a:xfrm>
          <a:off x="5673525" y="206606"/>
          <a:ext cx="2023840" cy="1214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Insights</a:t>
          </a:r>
          <a:endParaRPr lang="en-IN" sz="2300" kern="1200" dirty="0"/>
        </a:p>
      </dsp:txBody>
      <dsp:txXfrm>
        <a:off x="5709091" y="242172"/>
        <a:ext cx="1952708" cy="114317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9F0AB-DEE6-43F4-8AC5-F0AC49CEDEAA}">
      <dsp:nvSpPr>
        <dsp:cNvPr id="0" name=""/>
        <dsp:cNvSpPr/>
      </dsp:nvSpPr>
      <dsp:spPr>
        <a:xfrm>
          <a:off x="651530" y="557187"/>
          <a:ext cx="964877" cy="964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55C96D-E9E1-40CA-8B56-71DF61098CA7}">
      <dsp:nvSpPr>
        <dsp:cNvPr id="0" name=""/>
        <dsp:cNvSpPr/>
      </dsp:nvSpPr>
      <dsp:spPr>
        <a:xfrm>
          <a:off x="61883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Inventory management</a:t>
          </a:r>
        </a:p>
      </dsp:txBody>
      <dsp:txXfrm>
        <a:off x="61883" y="1819450"/>
        <a:ext cx="2144171" cy="720000"/>
      </dsp:txXfrm>
    </dsp:sp>
    <dsp:sp modelId="{EE6F80EB-AE7C-4BBC-8880-482CDD7BF174}">
      <dsp:nvSpPr>
        <dsp:cNvPr id="0" name=""/>
        <dsp:cNvSpPr/>
      </dsp:nvSpPr>
      <dsp:spPr>
        <a:xfrm>
          <a:off x="3170931" y="557187"/>
          <a:ext cx="964877" cy="964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C0468-61FB-4DFD-B773-2D36C1601946}">
      <dsp:nvSpPr>
        <dsp:cNvPr id="0" name=""/>
        <dsp:cNvSpPr/>
      </dsp:nvSpPr>
      <dsp:spPr>
        <a:xfrm>
          <a:off x="2581284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Demand forecasting</a:t>
          </a:r>
        </a:p>
      </dsp:txBody>
      <dsp:txXfrm>
        <a:off x="2581284" y="1819450"/>
        <a:ext cx="2144171" cy="720000"/>
      </dsp:txXfrm>
    </dsp:sp>
    <dsp:sp modelId="{BBDF6A31-C3F3-4FBA-915D-E669FD17EE77}">
      <dsp:nvSpPr>
        <dsp:cNvPr id="0" name=""/>
        <dsp:cNvSpPr/>
      </dsp:nvSpPr>
      <dsp:spPr>
        <a:xfrm>
          <a:off x="5690332" y="557187"/>
          <a:ext cx="964877" cy="964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CDFCB-49F3-419E-A3CB-C92387AC6E5D}">
      <dsp:nvSpPr>
        <dsp:cNvPr id="0" name=""/>
        <dsp:cNvSpPr/>
      </dsp:nvSpPr>
      <dsp:spPr>
        <a:xfrm>
          <a:off x="5100685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Revenue growth strategies</a:t>
          </a:r>
        </a:p>
      </dsp:txBody>
      <dsp:txXfrm>
        <a:off x="5100685" y="1819450"/>
        <a:ext cx="2144171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94E2A-6377-40C0-BF17-D9962945E3C5}">
      <dsp:nvSpPr>
        <dsp:cNvPr id="0" name=""/>
        <dsp:cNvSpPr/>
      </dsp:nvSpPr>
      <dsp:spPr>
        <a:xfrm>
          <a:off x="651530" y="557187"/>
          <a:ext cx="964877" cy="964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EB584-7287-414B-A7A4-CB586AC551AF}">
      <dsp:nvSpPr>
        <dsp:cNvPr id="0" name=""/>
        <dsp:cNvSpPr/>
      </dsp:nvSpPr>
      <dsp:spPr>
        <a:xfrm>
          <a:off x="61883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Competitive advantage via ML</a:t>
          </a:r>
        </a:p>
      </dsp:txBody>
      <dsp:txXfrm>
        <a:off x="61883" y="1819450"/>
        <a:ext cx="2144171" cy="720000"/>
      </dsp:txXfrm>
    </dsp:sp>
    <dsp:sp modelId="{59766161-4A09-4F27-8848-D8D8EBFC4470}">
      <dsp:nvSpPr>
        <dsp:cNvPr id="0" name=""/>
        <dsp:cNvSpPr/>
      </dsp:nvSpPr>
      <dsp:spPr>
        <a:xfrm>
          <a:off x="3170931" y="557187"/>
          <a:ext cx="964877" cy="964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F7287-00AC-4C09-981A-FE81458E787C}">
      <dsp:nvSpPr>
        <dsp:cNvPr id="0" name=""/>
        <dsp:cNvSpPr/>
      </dsp:nvSpPr>
      <dsp:spPr>
        <a:xfrm>
          <a:off x="2581284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Real-time forecasting</a:t>
          </a:r>
        </a:p>
      </dsp:txBody>
      <dsp:txXfrm>
        <a:off x="2581284" y="1819450"/>
        <a:ext cx="2144171" cy="720000"/>
      </dsp:txXfrm>
    </dsp:sp>
    <dsp:sp modelId="{3B118AF5-DBCD-45D1-91A8-2CEDEFD12770}">
      <dsp:nvSpPr>
        <dsp:cNvPr id="0" name=""/>
        <dsp:cNvSpPr/>
      </dsp:nvSpPr>
      <dsp:spPr>
        <a:xfrm>
          <a:off x="5690332" y="557187"/>
          <a:ext cx="964877" cy="964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502D5-F1F7-46D5-8EBA-BD3389885C65}">
      <dsp:nvSpPr>
        <dsp:cNvPr id="0" name=""/>
        <dsp:cNvSpPr/>
      </dsp:nvSpPr>
      <dsp:spPr>
        <a:xfrm>
          <a:off x="5100685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Advanced AI &amp; global expansion</a:t>
          </a:r>
        </a:p>
      </dsp:txBody>
      <dsp:txXfrm>
        <a:off x="5100685" y="1819450"/>
        <a:ext cx="214417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8F6AC-424D-41F2-8486-751F69F7B60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179AC-2852-4126-B897-44FCAE9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807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EBCE7-C162-240E-2A3C-6D29E1F4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63483-B0AD-BCD1-5DED-0F21B7920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5580E-254A-5612-4FB3-DA92806B8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9DAC7-0B43-8E86-756A-72D0D39E2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179AC-2852-4126-B897-44FCAE9E750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418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179AC-2852-4126-B897-44FCAE9E750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50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179AC-2852-4126-B897-44FCAE9E750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23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6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88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9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6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58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3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8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4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08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8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01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00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3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15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48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CDC36140-3A51-97E7-C023-5CBC4372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06" r="39311" b="-1"/>
          <a:stretch>
            <a:fillRect/>
          </a:stretch>
        </p:blipFill>
        <p:spPr>
          <a:xfrm>
            <a:off x="5169693" y="10"/>
            <a:ext cx="397430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60" y="685800"/>
            <a:ext cx="3945510" cy="1752599"/>
          </a:xfrm>
        </p:spPr>
        <p:txBody>
          <a:bodyPr>
            <a:normAutofit/>
          </a:bodyPr>
          <a:lstStyle/>
          <a:p>
            <a:pPr algn="l">
              <a:defRPr sz="3600">
                <a:solidFill>
                  <a:srgbClr val="1E90FF"/>
                </a:solidFill>
              </a:defRPr>
            </a:pPr>
            <a:r>
              <a:rPr lang="en-US" sz="3600"/>
              <a:t>Predictive Sales Analytics with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666999"/>
            <a:ext cx="3945510" cy="3124201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23232"/>
                </a:solidFill>
              </a:defRPr>
            </a:pPr>
            <a:r>
              <a:rPr lang="en-US" sz="1700" dirty="0"/>
              <a:t>Revolutionizing sales forecasting through data-driven insights for enhanced decision-making and sustainable revenue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2500">
                <a:solidFill>
                  <a:srgbClr val="FFFFFF"/>
                </a:solidFill>
              </a:rPr>
              <a:t>Introduction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74649B-25A2-0B73-4094-3DA5312D1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3497753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21708F-AC7C-F9CF-1FB7-65ED2E020E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2133" y="2667000"/>
          <a:ext cx="7704667" cy="3332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3600"/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434281-03D6-66E6-CC41-FF52559AD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645777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3100" dirty="0">
                <a:solidFill>
                  <a:srgbClr val="000000"/>
                </a:solidFill>
              </a:rPr>
              <a:t>Legacy System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4C70E5-A883-6CFB-044D-4D12E72F1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128383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3100">
                <a:solidFill>
                  <a:srgbClr val="000000"/>
                </a:solidFill>
              </a:rPr>
              <a:t>Proposed System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7E1B1C-FDFE-431B-BA75-A95D3A342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952671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8A007-D9B6-E458-BFAD-D0F7A3F7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FFD6-7DBB-C910-E809-1834D3E3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79" y="59665"/>
            <a:ext cx="7306739" cy="700177"/>
          </a:xfrm>
        </p:spPr>
        <p:txBody>
          <a:bodyPr>
            <a:normAutofit fontScale="90000"/>
          </a:bodyPr>
          <a:lstStyle/>
          <a:p>
            <a:r>
              <a:rPr lang="en-US" dirty="0"/>
              <a:t>Literature Review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5BA8234-9370-86D6-A576-8117C2374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425660"/>
              </p:ext>
            </p:extLst>
          </p:nvPr>
        </p:nvGraphicFramePr>
        <p:xfrm>
          <a:off x="782127" y="672861"/>
          <a:ext cx="8062824" cy="550365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85315">
                  <a:extLst>
                    <a:ext uri="{9D8B030D-6E8A-4147-A177-3AD203B41FA5}">
                      <a16:colId xmlns:a16="http://schemas.microsoft.com/office/drawing/2014/main" val="866657682"/>
                    </a:ext>
                  </a:extLst>
                </a:gridCol>
                <a:gridCol w="1472241">
                  <a:extLst>
                    <a:ext uri="{9D8B030D-6E8A-4147-A177-3AD203B41FA5}">
                      <a16:colId xmlns:a16="http://schemas.microsoft.com/office/drawing/2014/main" val="2348073120"/>
                    </a:ext>
                  </a:extLst>
                </a:gridCol>
                <a:gridCol w="488830">
                  <a:extLst>
                    <a:ext uri="{9D8B030D-6E8A-4147-A177-3AD203B41FA5}">
                      <a16:colId xmlns:a16="http://schemas.microsoft.com/office/drawing/2014/main" val="3931294428"/>
                    </a:ext>
                  </a:extLst>
                </a:gridCol>
                <a:gridCol w="931653">
                  <a:extLst>
                    <a:ext uri="{9D8B030D-6E8A-4147-A177-3AD203B41FA5}">
                      <a16:colId xmlns:a16="http://schemas.microsoft.com/office/drawing/2014/main" val="131911717"/>
                    </a:ext>
                  </a:extLst>
                </a:gridCol>
                <a:gridCol w="1725283">
                  <a:extLst>
                    <a:ext uri="{9D8B030D-6E8A-4147-A177-3AD203B41FA5}">
                      <a16:colId xmlns:a16="http://schemas.microsoft.com/office/drawing/2014/main" val="1824090608"/>
                    </a:ext>
                  </a:extLst>
                </a:gridCol>
                <a:gridCol w="3059502">
                  <a:extLst>
                    <a:ext uri="{9D8B030D-6E8A-4147-A177-3AD203B41FA5}">
                      <a16:colId xmlns:a16="http://schemas.microsoft.com/office/drawing/2014/main" val="1720322047"/>
                    </a:ext>
                  </a:extLst>
                </a:gridCol>
              </a:tblGrid>
              <a:tr h="535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S.No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Title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Year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Tech Stack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Result (Reported Metrics with Values)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Research Gap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874747231"/>
                  </a:ext>
                </a:extLst>
              </a:tr>
              <a:tr h="1829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Forecasting Retail Sales using Machine Learning Models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2025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Random Forest, XGBoost, Linear Regression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Performance evaluated using </a:t>
                      </a:r>
                      <a:r>
                        <a:rPr lang="en-US" sz="1200" b="1" dirty="0"/>
                        <a:t>RMSE, MAE, and R²</a:t>
                      </a:r>
                      <a:r>
                        <a:rPr lang="en-US" sz="1200" dirty="0"/>
                        <a:t>; </a:t>
                      </a:r>
                      <a:r>
                        <a:rPr lang="en-US" sz="1200" dirty="0" err="1"/>
                        <a:t>XGBoost</a:t>
                      </a:r>
                      <a:r>
                        <a:rPr lang="en-US" sz="1200" dirty="0"/>
                        <a:t> achieved the lowest RMSE among the tested models.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External variables such as promotions and seasonal demand were not included.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Experiments were conducted on a limited retail dataset.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Real-time forecasting capability was not evaluated.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4123813607"/>
                  </a:ext>
                </a:extLst>
              </a:tr>
              <a:tr h="1569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Comparison of ARIMA, LSTM and GRU Models for Sales Forecasting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ARIMA, LSTM, GRU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MAPE = 10.76% (LSTM)</a:t>
                      </a:r>
                      <a:r>
                        <a:rPr lang="en-IN" sz="1200"/>
                        <a:t>, </a:t>
                      </a:r>
                      <a:r>
                        <a:rPr lang="en-IN" sz="1200" b="1"/>
                        <a:t>MAPE = 11.23% (ARIMA)</a:t>
                      </a:r>
                      <a:r>
                        <a:rPr lang="en-IN" sz="1200"/>
                        <a:t>, </a:t>
                      </a:r>
                      <a:r>
                        <a:rPr lang="en-IN" sz="1200" b="1"/>
                        <a:t>MAPE = 11.47% (GRU)</a:t>
                      </a:r>
                      <a:r>
                        <a:rPr lang="en-IN" sz="1200"/>
                        <a:t>.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Dataset size used for experimentation is relatively small. 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Only three forecasting models were compared.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Hybrid or ensemble models were not explored.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2269439013"/>
                  </a:ext>
                </a:extLst>
              </a:tr>
              <a:tr h="1569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Enhancing Retail Sales Forecasting with Optimized Machine Learning Models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Random Forest, </a:t>
                      </a:r>
                      <a:r>
                        <a:rPr lang="en-IN" sz="1200" dirty="0" err="1"/>
                        <a:t>XGBoost</a:t>
                      </a:r>
                      <a:r>
                        <a:rPr lang="en-IN" sz="1200" dirty="0"/>
                        <a:t>, Gradient Boosting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R² ≈ 0.945</a:t>
                      </a:r>
                      <a:r>
                        <a:rPr lang="en-US" sz="1200" dirty="0"/>
                        <a:t> achieved by Random Forest, outperforming other tested models.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Study uses a single dataset for evaluation.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Deep learning models were not explored.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External economic factors were not considered.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2857293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75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5088B-D83E-F534-0B50-38C994593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79" y="59665"/>
            <a:ext cx="7306739" cy="700177"/>
          </a:xfrm>
        </p:spPr>
        <p:txBody>
          <a:bodyPr>
            <a:normAutofit fontScale="90000"/>
          </a:bodyPr>
          <a:lstStyle/>
          <a:p>
            <a:r>
              <a:rPr lang="en-US" dirty="0"/>
              <a:t>Literature Review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0EDF69-B808-C780-76B8-E1A1B0B08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003715"/>
              </p:ext>
            </p:extLst>
          </p:nvPr>
        </p:nvGraphicFramePr>
        <p:xfrm>
          <a:off x="782127" y="672861"/>
          <a:ext cx="8062824" cy="552665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85315">
                  <a:extLst>
                    <a:ext uri="{9D8B030D-6E8A-4147-A177-3AD203B41FA5}">
                      <a16:colId xmlns:a16="http://schemas.microsoft.com/office/drawing/2014/main" val="866657682"/>
                    </a:ext>
                  </a:extLst>
                </a:gridCol>
                <a:gridCol w="1472241">
                  <a:extLst>
                    <a:ext uri="{9D8B030D-6E8A-4147-A177-3AD203B41FA5}">
                      <a16:colId xmlns:a16="http://schemas.microsoft.com/office/drawing/2014/main" val="2348073120"/>
                    </a:ext>
                  </a:extLst>
                </a:gridCol>
                <a:gridCol w="488830">
                  <a:extLst>
                    <a:ext uri="{9D8B030D-6E8A-4147-A177-3AD203B41FA5}">
                      <a16:colId xmlns:a16="http://schemas.microsoft.com/office/drawing/2014/main" val="3931294428"/>
                    </a:ext>
                  </a:extLst>
                </a:gridCol>
                <a:gridCol w="931653">
                  <a:extLst>
                    <a:ext uri="{9D8B030D-6E8A-4147-A177-3AD203B41FA5}">
                      <a16:colId xmlns:a16="http://schemas.microsoft.com/office/drawing/2014/main" val="131911717"/>
                    </a:ext>
                  </a:extLst>
                </a:gridCol>
                <a:gridCol w="1725283">
                  <a:extLst>
                    <a:ext uri="{9D8B030D-6E8A-4147-A177-3AD203B41FA5}">
                      <a16:colId xmlns:a16="http://schemas.microsoft.com/office/drawing/2014/main" val="1824090608"/>
                    </a:ext>
                  </a:extLst>
                </a:gridCol>
                <a:gridCol w="3059502">
                  <a:extLst>
                    <a:ext uri="{9D8B030D-6E8A-4147-A177-3AD203B41FA5}">
                      <a16:colId xmlns:a16="http://schemas.microsoft.com/office/drawing/2014/main" val="1720322047"/>
                    </a:ext>
                  </a:extLst>
                </a:gridCol>
              </a:tblGrid>
              <a:tr h="55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S.No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Title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Year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Tech Stack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Result (Reported Metrics with Values)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Research Gap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874747231"/>
                  </a:ext>
                </a:extLst>
              </a:tr>
              <a:tr h="1613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Sales Forecasting Using Machine Learning Algorithm in Retail Sector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XGBoost, ARIMA, Prophet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Model comparison performed using </a:t>
                      </a:r>
                      <a:r>
                        <a:rPr lang="en-US" sz="1200" b="1"/>
                        <a:t>RMSE and MAE</a:t>
                      </a:r>
                      <a:r>
                        <a:rPr lang="en-US" sz="1200"/>
                        <a:t> metrics.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Limited feature engineering techniques.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Evaluation performed on restricted dataset.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Real-time deployment was not implemented.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1440462432"/>
                  </a:ext>
                </a:extLst>
              </a:tr>
              <a:tr h="1170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Sales Forecasting for Retail Stores Using Hybrid Neural Networks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Hybrid Neural Network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Hybrid neural network produced </a:t>
                      </a:r>
                      <a:r>
                        <a:rPr lang="en-US" sz="1200" b="1" dirty="0"/>
                        <a:t>lower RMSE</a:t>
                      </a:r>
                      <a:r>
                        <a:rPr lang="en-US" sz="1200" dirty="0"/>
                        <a:t> compared to traditional regression models.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Requires large historical datasets.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Computational cost is high.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Limited interpretability of neural network predictions.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2543045789"/>
                  </a:ext>
                </a:extLst>
              </a:tr>
              <a:tr h="1103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Temporal Fusion Transformer for Retail Sales Forecasting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Temporal Fusion Transformer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R² ≈ 0.9875</a:t>
                      </a:r>
                      <a:r>
                        <a:rPr lang="en-US" sz="1200"/>
                        <a:t> and improved RMSE compared with baseline models.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b="1" dirty="0"/>
                        <a:t>Model architecture is complex.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High computational resources required.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Limited testing on small-scale retail datasets.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1851046951"/>
                  </a:ext>
                </a:extLst>
              </a:tr>
              <a:tr h="1087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Exponential Factorization Machine for Retail Sales Forecasting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2020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Factorization Machine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Model evaluated using </a:t>
                      </a:r>
                      <a:r>
                        <a:rPr lang="en-US" sz="1200" b="1"/>
                        <a:t>MAE and MAPE</a:t>
                      </a:r>
                      <a:r>
                        <a:rPr lang="en-US" sz="1200"/>
                        <a:t> metrics for forecasting accuracy.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Focused on a specific dataset.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dirty="0"/>
                        <a:t>Limited comparison with modern deep learning models.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200" b="1" dirty="0"/>
                        <a:t>Feature interaction modeling increases complexity</a:t>
                      </a:r>
                      <a:r>
                        <a:rPr lang="en-US" sz="1200" dirty="0"/>
                        <a:t>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2" marR="7522" marT="3761" marB="3761" anchor="ctr"/>
                </a:tc>
                <a:extLst>
                  <a:ext uri="{0D108BD9-81ED-4DB2-BD59-A6C34878D82A}">
                    <a16:rowId xmlns:a16="http://schemas.microsoft.com/office/drawing/2014/main" val="111280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63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B68C1-4927-B6BA-538A-80A08674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9FA44-797A-8191-2E61-1E27C1422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US" sz="3600">
                <a:solidFill>
                  <a:srgbClr val="FFFFFF"/>
                </a:solidFill>
              </a:rPr>
              <a:t>Teck stack used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21" name="TextBox 5">
            <a:extLst>
              <a:ext uri="{FF2B5EF4-FFF2-40B4-BE49-F238E27FC236}">
                <a16:creationId xmlns:a16="http://schemas.microsoft.com/office/drawing/2014/main" id="{E998E70C-E986-9F58-2CDA-3F1BEF8FA0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7739648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349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2500">
                <a:solidFill>
                  <a:srgbClr val="FFFFFF"/>
                </a:solidFill>
              </a:rPr>
              <a:t>System Architecture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051F7B-04C2-F857-2197-7DAD21B974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154086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2800">
                <a:solidFill>
                  <a:srgbClr val="FFFFFF"/>
                </a:solidFill>
              </a:rPr>
              <a:t>Dataset Description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FC4B11-F76D-5877-9E7E-06C50E4FE2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400534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2600">
                <a:solidFill>
                  <a:srgbClr val="000000"/>
                </a:solidFill>
              </a:rPr>
              <a:t>Data Preprocessing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ECD53F-8895-1731-C7E2-FD2117AC0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194717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3600"/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587700-C624-8E3F-2F48-605505970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226016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3600"/>
              <a:t>ML Models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7CDDAE-5888-E1B8-C386-CB5C859AB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245972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84" y="685801"/>
            <a:ext cx="2057400" cy="5105400"/>
          </a:xfrm>
        </p:spPr>
        <p:txBody>
          <a:bodyPr>
            <a:normAutofit/>
          </a:bodyPr>
          <a:lstStyle/>
          <a:p>
            <a:pPr algn="l">
              <a:defRPr sz="3600">
                <a:solidFill>
                  <a:srgbClr val="1E90FF"/>
                </a:solidFill>
              </a:defRPr>
            </a:pPr>
            <a:r>
              <a:rPr lang="en-IN" sz="2800">
                <a:solidFill>
                  <a:srgbClr val="FFFFFF"/>
                </a:solidFill>
              </a:rPr>
              <a:t>Model Evaluation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829" y="685801"/>
            <a:ext cx="4581551" cy="2379452"/>
          </a:xfrm>
        </p:spPr>
        <p:txBody>
          <a:bodyPr>
            <a:noAutofit/>
          </a:bodyPr>
          <a:lstStyle/>
          <a:p>
            <a:pPr>
              <a:lnSpc>
                <a:spcPct val="300000"/>
              </a:lnSpc>
              <a:defRPr sz="1800">
                <a:solidFill>
                  <a:srgbClr val="323232"/>
                </a:solidFill>
              </a:defRPr>
            </a:pPr>
            <a:r>
              <a:rPr lang="en-US" sz="2800" dirty="0"/>
              <a:t> Accuracy comparison</a:t>
            </a:r>
          </a:p>
          <a:p>
            <a:pPr>
              <a:lnSpc>
                <a:spcPct val="300000"/>
              </a:lnSpc>
              <a:defRPr sz="1800">
                <a:solidFill>
                  <a:srgbClr val="323232"/>
                </a:solidFill>
              </a:defRPr>
            </a:pPr>
            <a:r>
              <a:rPr lang="en-US" sz="2800" dirty="0"/>
              <a:t> Reliability testing</a:t>
            </a:r>
          </a:p>
          <a:p>
            <a:pPr>
              <a:lnSpc>
                <a:spcPct val="300000"/>
              </a:lnSpc>
              <a:defRPr sz="1800">
                <a:solidFill>
                  <a:srgbClr val="323232"/>
                </a:solidFill>
              </a:defRPr>
            </a:pPr>
            <a:r>
              <a:rPr lang="en-US" sz="2800" dirty="0"/>
              <a:t> Risk reduction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D0317-5E83-BACD-E801-EEF904FC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399" y="4195605"/>
            <a:ext cx="3858163" cy="22672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0FB9-70A4-7004-CC4A-4308E8198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185468"/>
            <a:ext cx="7514035" cy="11853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Apply Explainable AI (XAI)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5C6F968-8D1D-3781-A9EE-4F1205F0A4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101289"/>
              </p:ext>
            </p:extLst>
          </p:nvPr>
        </p:nvGraphicFramePr>
        <p:xfrm>
          <a:off x="1113233" y="1173192"/>
          <a:ext cx="7704137" cy="1627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BF88C6-456E-4ECD-90D5-B1BE1DA51E44}"/>
              </a:ext>
            </a:extLst>
          </p:cNvPr>
          <p:cNvSpPr txBox="1"/>
          <p:nvPr/>
        </p:nvSpPr>
        <p:spPr>
          <a:xfrm>
            <a:off x="2710931" y="3465268"/>
            <a:ext cx="4441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SHAP (</a:t>
            </a:r>
            <a:r>
              <a:rPr lang="en-IN" sz="2000" b="1" dirty="0"/>
              <a:t>SHapley Additive exPlanations)</a:t>
            </a:r>
          </a:p>
          <a:p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73FC6D-70A7-5A13-C551-D833E6CDFF4F}"/>
              </a:ext>
            </a:extLst>
          </p:cNvPr>
          <p:cNvSpPr txBox="1"/>
          <p:nvPr/>
        </p:nvSpPr>
        <p:spPr>
          <a:xfrm>
            <a:off x="2710931" y="3918791"/>
            <a:ext cx="45087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Model: XGBoost Regressor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Explainability: SHAP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Library: </a:t>
            </a:r>
            <a:r>
              <a:rPr lang="en-US" altLang="en-US" sz="1600" dirty="0">
                <a:latin typeface="Arial Unicode MS"/>
              </a:rPr>
              <a:t>shap</a:t>
            </a:r>
            <a:endParaRPr lang="en-US" altLang="en-US" sz="16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Visualization: 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 Unicode MS"/>
              </a:rPr>
              <a:t>shap.summary_plot()</a:t>
            </a:r>
            <a:r>
              <a:rPr lang="en-US" altLang="en-US" sz="1600" dirty="0"/>
              <a:t>,</a:t>
            </a:r>
            <a:endParaRPr lang="en-US" altLang="en-US" sz="1600" dirty="0">
              <a:latin typeface="Arial Unicode MS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 Unicode MS"/>
              </a:rPr>
              <a:t>shap.plots.bar(),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 Unicode MS"/>
              </a:rPr>
              <a:t>shap.plots.waterfall()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 Unicode MS"/>
              </a:rPr>
              <a:t>                         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88360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91B1C-3FC7-2D6B-11BF-3E44329ED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CAFE9-20F1-C3AF-CB5E-D84F52B9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685800"/>
            <a:ext cx="7514035" cy="11853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Final Insights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723B6-04F3-EFDF-776D-9497FFEA9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40" y="1902443"/>
            <a:ext cx="5572664" cy="37930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Accurate sales forecasts</a:t>
            </a:r>
            <a:br>
              <a:rPr lang="en-US" dirty="0"/>
            </a:br>
            <a:r>
              <a:rPr lang="en-US" dirty="0"/>
              <a:t>• Key factors influencing sales</a:t>
            </a:r>
            <a:br>
              <a:rPr lang="en-US" dirty="0"/>
            </a:br>
            <a:r>
              <a:rPr lang="en-US" dirty="0"/>
              <a:t>• Clear, explainable results (XAI-supported)</a:t>
            </a:r>
            <a:br>
              <a:rPr lang="en-US" dirty="0"/>
            </a:br>
            <a:r>
              <a:rPr lang="en-US" dirty="0"/>
              <a:t>• Actionable business insights</a:t>
            </a:r>
            <a:br>
              <a:rPr lang="en-US" dirty="0"/>
            </a:br>
            <a:r>
              <a:rPr lang="en-US" dirty="0"/>
              <a:t>• Improved planning and reduced risk</a:t>
            </a:r>
            <a:endParaRPr lang="en-IN" dirty="0"/>
          </a:p>
        </p:txBody>
      </p:sp>
      <p:pic>
        <p:nvPicPr>
          <p:cNvPr id="6" name="Graphic 5" descr="CRM Customer Insights App">
            <a:extLst>
              <a:ext uri="{FF2B5EF4-FFF2-40B4-BE49-F238E27FC236}">
                <a16:creationId xmlns:a16="http://schemas.microsoft.com/office/drawing/2014/main" id="{C186357A-9B6B-731D-C774-922C2B0CD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1827" y="2536167"/>
            <a:ext cx="2324236" cy="257642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657759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3600"/>
              <a:t>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99D39A-1EF5-E096-0F4E-A7B1EE2F4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5729842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1E90FF"/>
                </a:solidFill>
              </a:defRPr>
            </a:pPr>
            <a:r>
              <a:rPr lang="en-IN" sz="3600"/>
              <a:t>Conclusion &amp; Future Scope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904606A9-32EC-1A01-7384-07769890F8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3375188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377</TotalTime>
  <Words>738</Words>
  <Application>Microsoft Office PowerPoint</Application>
  <PresentationFormat>On-screen Show (4:3)</PresentationFormat>
  <Paragraphs>152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Arial Unicode MS</vt:lpstr>
      <vt:lpstr>Corbel</vt:lpstr>
      <vt:lpstr>Times New Roman</vt:lpstr>
      <vt:lpstr>Parallax</vt:lpstr>
      <vt:lpstr>Predictive Sales Analytics with Machine Learning</vt:lpstr>
      <vt:lpstr>Introduction</vt:lpstr>
      <vt:lpstr>Problem Statement</vt:lpstr>
      <vt:lpstr>Objectives</vt:lpstr>
      <vt:lpstr>Legacy System</vt:lpstr>
      <vt:lpstr>Proposed System</vt:lpstr>
      <vt:lpstr>Literature Review</vt:lpstr>
      <vt:lpstr>Literature Review</vt:lpstr>
      <vt:lpstr>Teck stack used</vt:lpstr>
      <vt:lpstr>System Architecture</vt:lpstr>
      <vt:lpstr>Dataset Description</vt:lpstr>
      <vt:lpstr>Data Preprocessing</vt:lpstr>
      <vt:lpstr>Feature Engineering</vt:lpstr>
      <vt:lpstr>ML Models Used</vt:lpstr>
      <vt:lpstr>Model Evaluation</vt:lpstr>
      <vt:lpstr>Apply Explainable AI (XAI)</vt:lpstr>
      <vt:lpstr>Final Insights</vt:lpstr>
      <vt:lpstr>Applications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ASHIM MAITY</cp:lastModifiedBy>
  <cp:revision>12</cp:revision>
  <dcterms:created xsi:type="dcterms:W3CDTF">2013-01-27T09:14:16Z</dcterms:created>
  <dcterms:modified xsi:type="dcterms:W3CDTF">2026-03-31T02:14:20Z</dcterms:modified>
  <cp:category/>
</cp:coreProperties>
</file>